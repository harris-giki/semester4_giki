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1.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72" r:id="rId3"/>
    <p:sldId id="273" r:id="rId4"/>
    <p:sldId id="274" r:id="rId5"/>
    <p:sldId id="281" r:id="rId6"/>
    <p:sldId id="282" r:id="rId7"/>
    <p:sldId id="283" r:id="rId8"/>
    <p:sldId id="284" r:id="rId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8" d="100"/>
          <a:sy n="68" d="100"/>
        </p:scale>
        <p:origin x="1446" y="7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customXml" Target="../customXml/item2.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customXml" Target="../customXml/item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Subtitle 8"/>
          <p:cNvSpPr>
            <a:spLocks noGrp="1"/>
          </p:cNvSpPr>
          <p:nvPr>
            <p:ph type="subTitle" idx="1"/>
          </p:nvPr>
        </p:nvSpPr>
        <p:spPr>
          <a:xfrm>
            <a:off x="457200" y="3699804"/>
            <a:ext cx="8305800" cy="1143000"/>
          </a:xfrm>
        </p:spPr>
        <p:txBody>
          <a:bodyPr>
            <a:noAutofit/>
          </a:bodyPr>
          <a:lstStyle>
            <a:lvl1pPr marL="0" indent="0" algn="ctr">
              <a:buNone/>
              <a:defRPr sz="2200" spc="10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Title 27"/>
          <p:cNvSpPr>
            <a:spLocks noGrp="1"/>
          </p:cNvSpPr>
          <p:nvPr>
            <p:ph type="ctrTitle"/>
          </p:nvPr>
        </p:nvSpPr>
        <p:spPr>
          <a:xfrm>
            <a:off x="457200" y="1433732"/>
            <a:ext cx="8305800" cy="1981200"/>
          </a:xfrm>
          <a:ln w="6350" cap="rnd">
            <a:noFill/>
          </a:ln>
        </p:spPr>
        <p:txBody>
          <a:bodyPr anchor="b" anchorCtr="0">
            <a:noAutofit/>
          </a:bodyPr>
          <a:lstStyle>
            <a:lvl1pPr algn="ctr">
              <a:defRPr lang="en-US" sz="4800" b="0" dirty="0">
                <a:ln w="3200">
                  <a:solidFill>
                    <a:schemeClr val="bg2">
                      <a:shade val="75000"/>
                      <a:alpha val="25000"/>
                    </a:schemeClr>
                  </a:solidFill>
                  <a:prstDash val="solid"/>
                  <a:round/>
                </a:ln>
                <a:solidFill>
                  <a:srgbClr val="F9F9F9"/>
                </a:solidFill>
                <a:effectLst>
                  <a:innerShdw blurRad="50800" dist="25400" dir="13500000">
                    <a:srgbClr val="000000">
                      <a:alpha val="70000"/>
                    </a:srgbClr>
                  </a:innerShdw>
                </a:effectLst>
              </a:defRPr>
            </a:lvl1pPr>
          </a:lstStyle>
          <a:p>
            <a:r>
              <a:rPr kumimoji="0" lang="en-US"/>
              <a:t>Click to edit Master title style</a:t>
            </a:r>
          </a:p>
        </p:txBody>
      </p:sp>
      <p:cxnSp>
        <p:nvCxnSpPr>
          <p:cNvPr id="8" name="Straight Connector 7"/>
          <p:cNvCxnSpPr/>
          <p:nvPr/>
        </p:nvCxnSpPr>
        <p:spPr>
          <a:xfrm>
            <a:off x="1463626" y="3550126"/>
            <a:ext cx="2971800" cy="1588"/>
          </a:xfrm>
          <a:prstGeom prst="line">
            <a:avLst/>
          </a:prstGeom>
          <a:ln w="9525" cap="flat" cmpd="sng" algn="ctr">
            <a:solidFill>
              <a:schemeClr val="bg2">
                <a:tint val="20000"/>
              </a:schemeClr>
            </a:solidFill>
            <a:prstDash val="solid"/>
          </a:ln>
          <a:effectLst>
            <a:outerShdw blurRad="31750" dir="2700000" algn="tl" rotWithShape="0">
              <a:srgbClr val="000000">
                <a:alpha val="55000"/>
              </a:srgbClr>
            </a:outerShdw>
          </a:effectLst>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4708574" y="3550126"/>
            <a:ext cx="2971800" cy="1588"/>
          </a:xfrm>
          <a:prstGeom prst="line">
            <a:avLst/>
          </a:prstGeom>
          <a:ln w="9525" cap="flat" cmpd="sng" algn="ctr">
            <a:solidFill>
              <a:schemeClr val="bg2">
                <a:tint val="20000"/>
              </a:schemeClr>
            </a:solidFill>
            <a:prstDash val="solid"/>
          </a:ln>
          <a:effectLst>
            <a:outerShdw blurRad="31750" dir="2700000" algn="tl" rotWithShape="0">
              <a:srgbClr val="000000">
                <a:alpha val="55000"/>
              </a:srgbClr>
            </a:outerShdw>
          </a:effectLst>
        </p:spPr>
        <p:style>
          <a:lnRef idx="1">
            <a:schemeClr val="accent1"/>
          </a:lnRef>
          <a:fillRef idx="0">
            <a:schemeClr val="accent1"/>
          </a:fillRef>
          <a:effectRef idx="0">
            <a:schemeClr val="accent1"/>
          </a:effectRef>
          <a:fontRef idx="minor">
            <a:schemeClr val="tx1"/>
          </a:fontRef>
        </p:style>
      </p:cxnSp>
      <p:sp>
        <p:nvSpPr>
          <p:cNvPr id="14" name="Oval 13"/>
          <p:cNvSpPr/>
          <p:nvPr/>
        </p:nvSpPr>
        <p:spPr>
          <a:xfrm>
            <a:off x="4540348" y="3526302"/>
            <a:ext cx="45720" cy="45720"/>
          </a:xfrm>
          <a:prstGeom prst="ellipse">
            <a:avLst/>
          </a:prstGeom>
          <a:effectLst>
            <a:outerShdw blurRad="31750" dir="2700000" algn="tl" rotWithShape="0">
              <a:srgbClr val="000000">
                <a:alpha val="55000"/>
              </a:srgbClr>
            </a:outerShdw>
          </a:effectLst>
        </p:spPr>
        <p:style>
          <a:lnRef idx="2">
            <a:schemeClr val="accent2"/>
          </a:lnRef>
          <a:fillRef idx="1">
            <a:schemeClr val="accent2"/>
          </a:fillRef>
          <a:effectRef idx="0">
            <a:schemeClr val="accent2"/>
          </a:effectRef>
          <a:fontRef idx="minor">
            <a:schemeClr val="lt1"/>
          </a:fontRef>
        </p:style>
        <p:txBody>
          <a:bodyPr rtlCol="0" anchor="ctr"/>
          <a:lstStyle/>
          <a:p>
            <a:pPr algn="ctr" eaLnBrk="1" latinLnBrk="0" hangingPunct="1"/>
            <a:endParaRPr kumimoji="0" lang="en-US"/>
          </a:p>
        </p:txBody>
      </p:sp>
      <p:sp>
        <p:nvSpPr>
          <p:cNvPr id="15" name="Date Placeholder 14"/>
          <p:cNvSpPr>
            <a:spLocks noGrp="1"/>
          </p:cNvSpPr>
          <p:nvPr>
            <p:ph type="dt" sz="half" idx="10"/>
          </p:nvPr>
        </p:nvSpPr>
        <p:spPr/>
        <p:txBody>
          <a:bodyPr/>
          <a:lstStyle/>
          <a:p>
            <a:fld id="{AC0183A4-0EE7-4BEA-961A-8570972FC886}" type="datetimeFigureOut">
              <a:rPr lang="en-US" smtClean="0"/>
              <a:t>3/4/2025</a:t>
            </a:fld>
            <a:endParaRPr lang="en-US"/>
          </a:p>
        </p:txBody>
      </p:sp>
      <p:sp>
        <p:nvSpPr>
          <p:cNvPr id="16" name="Slide Number Placeholder 15"/>
          <p:cNvSpPr>
            <a:spLocks noGrp="1"/>
          </p:cNvSpPr>
          <p:nvPr>
            <p:ph type="sldNum" sz="quarter" idx="11"/>
          </p:nvPr>
        </p:nvSpPr>
        <p:spPr/>
        <p:txBody>
          <a:bodyPr/>
          <a:lstStyle/>
          <a:p>
            <a:fld id="{8B0EED5A-7428-4656-9AD9-33AFCA358EFE}" type="slidenum">
              <a:rPr lang="en-US" smtClean="0"/>
              <a:t>‹#›</a:t>
            </a:fld>
            <a:endParaRPr lang="en-US"/>
          </a:p>
        </p:txBody>
      </p:sp>
      <p:sp>
        <p:nvSpPr>
          <p:cNvPr id="17" name="Footer Placeholder 16"/>
          <p:cNvSpPr>
            <a:spLocks noGrp="1"/>
          </p:cNvSpPr>
          <p:nvPr>
            <p:ph type="ftr" sz="quarter" idx="12"/>
          </p:nvPr>
        </p:nvSpPr>
        <p:spPr/>
        <p:txBody>
          <a:bodyPr/>
          <a:lstStyle/>
          <a:p>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9" name="Content Placeholder 8"/>
          <p:cNvSpPr>
            <a:spLocks noGrp="1"/>
          </p:cNvSpPr>
          <p:nvPr>
            <p:ph idx="1"/>
          </p:nvPr>
        </p:nvSpPr>
        <p:spPr>
          <a:xfrm>
            <a:off x="457200" y="1524000"/>
            <a:ext cx="82296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4" name="Date Placeholder 13"/>
          <p:cNvSpPr>
            <a:spLocks noGrp="1"/>
          </p:cNvSpPr>
          <p:nvPr>
            <p:ph type="dt" sz="half" idx="14"/>
          </p:nvPr>
        </p:nvSpPr>
        <p:spPr/>
        <p:txBody>
          <a:bodyPr/>
          <a:lstStyle/>
          <a:p>
            <a:fld id="{AC0183A4-0EE7-4BEA-961A-8570972FC886}" type="datetimeFigureOut">
              <a:rPr lang="en-US" smtClean="0"/>
              <a:t>3/4/2025</a:t>
            </a:fld>
            <a:endParaRPr lang="en-US"/>
          </a:p>
        </p:txBody>
      </p:sp>
      <p:sp>
        <p:nvSpPr>
          <p:cNvPr id="15" name="Slide Number Placeholder 14"/>
          <p:cNvSpPr>
            <a:spLocks noGrp="1"/>
          </p:cNvSpPr>
          <p:nvPr>
            <p:ph type="sldNum" sz="quarter" idx="15"/>
          </p:nvPr>
        </p:nvSpPr>
        <p:spPr/>
        <p:txBody>
          <a:bodyPr/>
          <a:lstStyle>
            <a:lvl1pPr algn="ctr">
              <a:defRPr/>
            </a:lvl1pPr>
          </a:lstStyle>
          <a:p>
            <a:fld id="{8B0EED5A-7428-4656-9AD9-33AFCA358EFE}" type="slidenum">
              <a:rPr lang="en-US" smtClean="0"/>
              <a:t>‹#›</a:t>
            </a:fld>
            <a:endParaRPr lang="en-US"/>
          </a:p>
        </p:txBody>
      </p:sp>
      <p:sp>
        <p:nvSpPr>
          <p:cNvPr id="16" name="Footer Placeholder 15"/>
          <p:cNvSpPr>
            <a:spLocks noGrp="1"/>
          </p:cNvSpPr>
          <p:nvPr>
            <p:ph type="ftr" sz="quarter" idx="16"/>
          </p:nvPr>
        </p:nvSpPr>
        <p:spPr/>
        <p:txBody>
          <a:bodyPr/>
          <a:lstStyle/>
          <a:p>
            <a:endParaRPr lang="en-US"/>
          </a:p>
        </p:txBody>
      </p:sp>
      <p:sp>
        <p:nvSpPr>
          <p:cNvPr id="17" name="Title 16"/>
          <p:cNvSpPr>
            <a:spLocks noGrp="1"/>
          </p:cNvSpPr>
          <p:nvPr>
            <p:ph type="title"/>
          </p:nvPr>
        </p:nvSpPr>
        <p:spPr/>
        <p:txBody>
          <a:bodyPr rtlCol="0" anchor="b" anchorCtr="0"/>
          <a:lstStyle/>
          <a:p>
            <a:r>
              <a:rPr kumimoji="0" lang="en-US"/>
              <a:t>Click to edit Master title style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C0183A4-0EE7-4BEA-961A-8570972FC886}" type="datetimeFigureOut">
              <a:rPr lang="en-US" smtClean="0"/>
              <a:t>3/4/2025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0EED5A-7428-4656-9AD9-33AFCA358EFE}" type="slidenum">
              <a:rPr lang="en-US" smtClean="0"/>
              <a:t>‹#›</a:t>
            </a:fld>
            <a:endParaRPr lang="en-US"/>
          </a:p>
        </p:txBody>
      </p:sp>
      <p:sp>
        <p:nvSpPr>
          <p:cNvPr id="2" name="Title 1"/>
          <p:cNvSpPr>
            <a:spLocks noGrp="1"/>
          </p:cNvSpPr>
          <p:nvPr>
            <p:ph type="title"/>
          </p:nvPr>
        </p:nvSpPr>
        <p:spPr>
          <a:xfrm>
            <a:off x="685800" y="3505200"/>
            <a:ext cx="7924800" cy="1371600"/>
          </a:xfrm>
        </p:spPr>
        <p:txBody>
          <a:bodyPr>
            <a:noAutofit/>
          </a:bodyPr>
          <a:lstStyle>
            <a:lvl1pPr algn="l" rtl="0">
              <a:spcBef>
                <a:spcPct val="0"/>
              </a:spcBef>
              <a:buNone/>
              <a:defRPr lang="en-US" sz="4800" b="0" dirty="0">
                <a:ln w="3200">
                  <a:solidFill>
                    <a:schemeClr val="bg2">
                      <a:shade val="25000"/>
                      <a:alpha val="25000"/>
                    </a:schemeClr>
                  </a:solidFill>
                  <a:prstDash val="solid"/>
                  <a:round/>
                </a:ln>
                <a:solidFill>
                  <a:srgbClr val="F9F9F9"/>
                </a:solidFill>
                <a:effectLst>
                  <a:innerShdw blurRad="38100" dist="25400" dir="13500000">
                    <a:prstClr val="black">
                      <a:alpha val="70000"/>
                    </a:prstClr>
                  </a:innerShdw>
                </a:effectLst>
              </a:defRPr>
            </a:lvl1pPr>
          </a:lstStyle>
          <a:p>
            <a:r>
              <a:rPr kumimoji="0" lang="en-US"/>
              <a:t>Click to edit Master title style</a:t>
            </a:r>
          </a:p>
        </p:txBody>
      </p:sp>
      <p:sp>
        <p:nvSpPr>
          <p:cNvPr id="3" name="Text Placeholder 2"/>
          <p:cNvSpPr>
            <a:spLocks noGrp="1"/>
          </p:cNvSpPr>
          <p:nvPr>
            <p:ph type="body" idx="1"/>
          </p:nvPr>
        </p:nvSpPr>
        <p:spPr>
          <a:xfrm>
            <a:off x="685800" y="4958864"/>
            <a:ext cx="7924800" cy="984736"/>
          </a:xfrm>
        </p:spPr>
        <p:txBody>
          <a:bodyPr anchor="t"/>
          <a:lstStyle>
            <a:lvl1pPr marL="0" indent="0">
              <a:buNone/>
              <a:defRPr sz="2000" spc="10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cxnSp>
        <p:nvCxnSpPr>
          <p:cNvPr id="7" name="Straight Connector 6"/>
          <p:cNvCxnSpPr/>
          <p:nvPr/>
        </p:nvCxnSpPr>
        <p:spPr>
          <a:xfrm>
            <a:off x="685800" y="4916992"/>
            <a:ext cx="7924800" cy="4301"/>
          </a:xfrm>
          <a:prstGeom prst="line">
            <a:avLst/>
          </a:prstGeom>
          <a:noFill/>
          <a:ln w="9525" cap="flat" cmpd="sng" algn="ctr">
            <a:solidFill>
              <a:srgbClr val="E9E9E8"/>
            </a:solidFill>
            <a:prstDash val="solid"/>
          </a:ln>
          <a:effectLst>
            <a:outerShdw blurRad="31750" dir="2700000" algn="tl" rotWithShape="0">
              <a:srgbClr val="000000">
                <a:alpha val="55000"/>
              </a:srgb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AC0183A4-0EE7-4BEA-961A-8570972FC886}" type="datetimeFigureOut">
              <a:rPr lang="en-US" smtClean="0"/>
              <a:t>3/4/2025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B0EED5A-7428-4656-9AD9-33AFCA358EFE}" type="slidenum">
              <a:rPr lang="en-US" smtClean="0"/>
              <a:t>‹#›</a:t>
            </a:fld>
            <a:endParaRPr lang="en-US"/>
          </a:p>
        </p:txBody>
      </p:sp>
      <p:sp>
        <p:nvSpPr>
          <p:cNvPr id="2" name="Title 1"/>
          <p:cNvSpPr>
            <a:spLocks noGrp="1"/>
          </p:cNvSpPr>
          <p:nvPr>
            <p:ph type="title"/>
          </p:nvPr>
        </p:nvSpPr>
        <p:spPr/>
        <p:txBody>
          <a:bodyPr/>
          <a:lstStyle/>
          <a:p>
            <a:r>
              <a:rPr kumimoji="0" lang="en-US"/>
              <a:t>Click to edit Master title style</a:t>
            </a:r>
          </a:p>
        </p:txBody>
      </p:sp>
      <p:sp>
        <p:nvSpPr>
          <p:cNvPr id="11" name="Content Placeholder 10"/>
          <p:cNvSpPr>
            <a:spLocks noGrp="1"/>
          </p:cNvSpPr>
          <p:nvPr>
            <p:ph sz="half" idx="1"/>
          </p:nvPr>
        </p:nvSpPr>
        <p:spPr>
          <a:xfrm>
            <a:off x="457200" y="1524000"/>
            <a:ext cx="4059936"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half" idx="2"/>
          </p:nvPr>
        </p:nvSpPr>
        <p:spPr>
          <a:xfrm>
            <a:off x="4648200" y="1524000"/>
            <a:ext cx="4059936"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9" name="Slide Number Placeholder 8"/>
          <p:cNvSpPr>
            <a:spLocks noGrp="1"/>
          </p:cNvSpPr>
          <p:nvPr>
            <p:ph type="sldNum" sz="quarter" idx="12"/>
          </p:nvPr>
        </p:nvSpPr>
        <p:spPr/>
        <p:txBody>
          <a:bodyPr/>
          <a:lstStyle/>
          <a:p>
            <a:fld id="{8B0EED5A-7428-4656-9AD9-33AFCA358EFE}" type="slidenum">
              <a:rPr lang="en-US" smtClean="0"/>
              <a:t>‹#›</a:t>
            </a:fld>
            <a:endParaRPr lang="en-US"/>
          </a:p>
        </p:txBody>
      </p:sp>
      <p:sp>
        <p:nvSpPr>
          <p:cNvPr id="8" name="Footer Placeholder 7"/>
          <p:cNvSpPr>
            <a:spLocks noGrp="1"/>
          </p:cNvSpPr>
          <p:nvPr>
            <p:ph type="ftr" sz="quarter" idx="11"/>
          </p:nvPr>
        </p:nvSpPr>
        <p:spPr/>
        <p:txBody>
          <a:bodyPr/>
          <a:lstStyle/>
          <a:p>
            <a:endParaRPr lang="en-US"/>
          </a:p>
        </p:txBody>
      </p:sp>
      <p:sp>
        <p:nvSpPr>
          <p:cNvPr id="7" name="Date Placeholder 6"/>
          <p:cNvSpPr>
            <a:spLocks noGrp="1"/>
          </p:cNvSpPr>
          <p:nvPr>
            <p:ph type="dt" sz="half" idx="10"/>
          </p:nvPr>
        </p:nvSpPr>
        <p:spPr/>
        <p:txBody>
          <a:bodyPr/>
          <a:lstStyle/>
          <a:p>
            <a:fld id="{AC0183A4-0EE7-4BEA-961A-8570972FC886}" type="datetimeFigureOut">
              <a:rPr lang="en-US" smtClean="0"/>
              <a:t>3/4/2025</a:t>
            </a:fld>
            <a:endParaRPr lang="en-US"/>
          </a:p>
        </p:txBody>
      </p:sp>
      <p:sp>
        <p:nvSpPr>
          <p:cNvPr id="3" name="Text Placeholder 2"/>
          <p:cNvSpPr>
            <a:spLocks noGrp="1"/>
          </p:cNvSpPr>
          <p:nvPr>
            <p:ph type="body" idx="1"/>
          </p:nvPr>
        </p:nvSpPr>
        <p:spPr>
          <a:xfrm>
            <a:off x="457200" y="1399593"/>
            <a:ext cx="4040188" cy="762000"/>
          </a:xfrm>
          <a:noFill/>
          <a:ln w="25400" cap="rnd" cmpd="sng" algn="ctr">
            <a:noFill/>
            <a:prstDash val="solid"/>
          </a:ln>
          <a:effectLst>
            <a:softEdge rad="63500"/>
          </a:effectLst>
          <a:sp3d prstMaterial="flat"/>
        </p:spPr>
        <p:style>
          <a:lnRef idx="3">
            <a:schemeClr val="lt1"/>
          </a:lnRef>
          <a:fillRef idx="1">
            <a:schemeClr val="accent5"/>
          </a:fillRef>
          <a:effectRef idx="1">
            <a:schemeClr val="accent5"/>
          </a:effectRef>
          <a:fontRef idx="minor">
            <a:schemeClr val="lt1"/>
          </a:fontRef>
        </p:style>
        <p:txBody>
          <a:bodyPr lIns="91440" tIns="45720" rIns="91440" bIns="45720" anchor="b">
            <a:noAutofit/>
          </a:bodyPr>
          <a:lstStyle>
            <a:lvl1pPr marL="0" indent="0" algn="l">
              <a:spcBef>
                <a:spcPts val="0"/>
              </a:spcBef>
              <a:buNone/>
              <a:defRPr sz="2600" b="1">
                <a:solidFill>
                  <a:schemeClr val="tx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32" name="Content Placeholder 31"/>
          <p:cNvSpPr>
            <a:spLocks noGrp="1"/>
          </p:cNvSpPr>
          <p:nvPr>
            <p:ph sz="half" idx="2"/>
          </p:nvPr>
        </p:nvSpPr>
        <p:spPr>
          <a:xfrm>
            <a:off x="457200" y="2201896"/>
            <a:ext cx="4038600" cy="3913632"/>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34" name="Content Placeholder 33"/>
          <p:cNvSpPr>
            <a:spLocks noGrp="1"/>
          </p:cNvSpPr>
          <p:nvPr>
            <p:ph sz="quarter" idx="4"/>
          </p:nvPr>
        </p:nvSpPr>
        <p:spPr>
          <a:xfrm>
            <a:off x="4649788" y="2201896"/>
            <a:ext cx="4038600" cy="3913632"/>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 name="Title 1"/>
          <p:cNvSpPr>
            <a:spLocks noGrp="1"/>
          </p:cNvSpPr>
          <p:nvPr>
            <p:ph type="title"/>
          </p:nvPr>
        </p:nvSpPr>
        <p:spPr>
          <a:xfrm>
            <a:off x="457200" y="155448"/>
            <a:ext cx="8229600" cy="1143000"/>
          </a:xfrm>
        </p:spPr>
        <p:txBody>
          <a:bodyPr anchor="b" anchorCtr="0"/>
          <a:lstStyle>
            <a:lvl1pPr>
              <a:defRPr/>
            </a:lvl1pPr>
          </a:lstStyle>
          <a:p>
            <a:r>
              <a:rPr kumimoji="0" lang="en-US"/>
              <a:t>Click to edit Master title style</a:t>
            </a:r>
          </a:p>
        </p:txBody>
      </p:sp>
      <p:sp>
        <p:nvSpPr>
          <p:cNvPr id="12" name="Text Placeholder 11"/>
          <p:cNvSpPr>
            <a:spLocks noGrp="1"/>
          </p:cNvSpPr>
          <p:nvPr>
            <p:ph type="body" idx="3"/>
          </p:nvPr>
        </p:nvSpPr>
        <p:spPr>
          <a:xfrm>
            <a:off x="4648200" y="1399593"/>
            <a:ext cx="4040188" cy="762000"/>
          </a:xfrm>
          <a:noFill/>
          <a:ln w="25400" cap="rnd" cmpd="sng" algn="ctr">
            <a:noFill/>
            <a:prstDash val="solid"/>
          </a:ln>
          <a:effectLst>
            <a:softEdge rad="63500"/>
          </a:effectLst>
        </p:spPr>
        <p:style>
          <a:lnRef idx="3">
            <a:schemeClr val="lt1"/>
          </a:lnRef>
          <a:fillRef idx="1">
            <a:schemeClr val="accent5"/>
          </a:fillRef>
          <a:effectRef idx="1">
            <a:schemeClr val="accent5"/>
          </a:effectRef>
          <a:fontRef idx="minor">
            <a:schemeClr val="lt1"/>
          </a:fontRef>
        </p:style>
        <p:txBody>
          <a:bodyPr lIns="91440" tIns="45720" rIns="91440" bIns="45720" anchor="b">
            <a:noAutofit/>
          </a:bodyPr>
          <a:lstStyle>
            <a:lvl1pPr marL="0" indent="0" algn="l">
              <a:spcBef>
                <a:spcPts val="0"/>
              </a:spcBef>
              <a:buNone/>
              <a:defRPr sz="2600" b="1" baseline="0">
                <a:solidFill>
                  <a:schemeClr val="tx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cxnSp>
        <p:nvCxnSpPr>
          <p:cNvPr id="10" name="Straight Connector 9"/>
          <p:cNvCxnSpPr/>
          <p:nvPr/>
        </p:nvCxnSpPr>
        <p:spPr>
          <a:xfrm>
            <a:off x="562945" y="2180219"/>
            <a:ext cx="3749040" cy="1588"/>
          </a:xfrm>
          <a:prstGeom prst="line">
            <a:avLst/>
          </a:prstGeom>
          <a:noFill/>
          <a:ln w="12700" cap="flat" cmpd="sng" algn="ctr">
            <a:solidFill>
              <a:schemeClr val="bg2">
                <a:tint val="20000"/>
              </a:schemeClr>
            </a:solidFill>
            <a:prstDash val="solid"/>
          </a:ln>
          <a:effectLst>
            <a:outerShdw blurRad="34925" dir="2700000" algn="tl" rotWithShape="0">
              <a:srgbClr val="000000">
                <a:alpha val="55000"/>
              </a:srgbClr>
            </a:outerShdw>
          </a:effectLst>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4754880" y="2180219"/>
            <a:ext cx="3749040" cy="1588"/>
          </a:xfrm>
          <a:prstGeom prst="line">
            <a:avLst/>
          </a:prstGeom>
          <a:noFill/>
          <a:ln w="12700" cap="flat" cmpd="sng" algn="ctr">
            <a:solidFill>
              <a:schemeClr val="bg2">
                <a:tint val="20000"/>
              </a:schemeClr>
            </a:solidFill>
            <a:prstDash val="solid"/>
          </a:ln>
          <a:effectLst>
            <a:outerShdw blurRad="34925" dir="2700000" algn="tl" rotWithShape="0">
              <a:srgbClr val="000000">
                <a:alpha val="55000"/>
              </a:srgb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AC0183A4-0EE7-4BEA-961A-8570972FC886}" type="datetimeFigureOut">
              <a:rPr lang="en-US" smtClean="0"/>
              <a:t>3/4/2025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B0EED5A-7428-4656-9AD9-33AFCA358EFE}" type="slidenum">
              <a:rPr lang="en-US" smtClean="0"/>
              <a:t>‹#›</a:t>
            </a:fld>
            <a:endParaRPr lang="en-US"/>
          </a:p>
        </p:txBody>
      </p:sp>
      <p:sp>
        <p:nvSpPr>
          <p:cNvPr id="2" name="Title 1"/>
          <p:cNvSpPr>
            <a:spLocks noGrp="1"/>
          </p:cNvSpPr>
          <p:nvPr>
            <p:ph type="title"/>
          </p:nvPr>
        </p:nvSpPr>
        <p:spPr/>
        <p:txBody>
          <a:bodyPr/>
          <a:lstStyle/>
          <a:p>
            <a:r>
              <a:rPr kumimoji="0" lang="en-US"/>
              <a:t>Click to edit Master title style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C0183A4-0EE7-4BEA-961A-8570972FC886}" type="datetimeFigureOut">
              <a:rPr lang="en-US" smtClean="0"/>
              <a:t>3/4/2025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B0EED5A-7428-4656-9AD9-33AFCA358EFE}"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9" name="Content Placeholder 28"/>
          <p:cNvSpPr>
            <a:spLocks noGrp="1"/>
          </p:cNvSpPr>
          <p:nvPr>
            <p:ph sz="quarter" idx="1"/>
          </p:nvPr>
        </p:nvSpPr>
        <p:spPr>
          <a:xfrm>
            <a:off x="457200" y="457200"/>
            <a:ext cx="62484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3" name="Text Placeholder 2"/>
          <p:cNvSpPr>
            <a:spLocks noGrp="1"/>
          </p:cNvSpPr>
          <p:nvPr>
            <p:ph type="body" idx="2"/>
          </p:nvPr>
        </p:nvSpPr>
        <p:spPr>
          <a:xfrm>
            <a:off x="6781800" y="1600200"/>
            <a:ext cx="1984248" cy="3733800"/>
          </a:xfrm>
        </p:spPr>
        <p:txBody>
          <a:bodyPr tIns="45720" bIns="45720" anchor="t" anchorCtr="0"/>
          <a:lstStyle>
            <a:lvl1pPr marL="0" indent="0">
              <a:lnSpc>
                <a:spcPct val="1250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31" name="Title 30"/>
          <p:cNvSpPr>
            <a:spLocks noGrp="1"/>
          </p:cNvSpPr>
          <p:nvPr>
            <p:ph type="title"/>
          </p:nvPr>
        </p:nvSpPr>
        <p:spPr>
          <a:xfrm>
            <a:off x="6781800" y="457200"/>
            <a:ext cx="1981200" cy="1066800"/>
          </a:xfrm>
        </p:spPr>
        <p:txBody>
          <a:bodyPr lIns="91440" tIns="91440" anchor="b" anchorCtr="0"/>
          <a:lstStyle>
            <a:lvl1pPr algn="l">
              <a:buNone/>
              <a:defRPr sz="1800" b="1" spc="-50" baseline="0">
                <a:ln w="3175">
                  <a:noFill/>
                </a:ln>
                <a:solidFill>
                  <a:schemeClr val="tx2"/>
                </a:solidFill>
                <a:effectLst/>
                <a:latin typeface="+mn-lt"/>
                <a:ea typeface="+mn-ea"/>
                <a:cs typeface="+mn-cs"/>
              </a:defRPr>
            </a:lvl1pPr>
          </a:lstStyle>
          <a:p>
            <a:r>
              <a:rPr kumimoji="0" lang="en-US"/>
              <a:t>Click to edit Master title style</a:t>
            </a:r>
          </a:p>
        </p:txBody>
      </p:sp>
      <p:sp>
        <p:nvSpPr>
          <p:cNvPr id="8" name="Date Placeholder 7"/>
          <p:cNvSpPr>
            <a:spLocks noGrp="1"/>
          </p:cNvSpPr>
          <p:nvPr>
            <p:ph type="dt" sz="half" idx="14"/>
          </p:nvPr>
        </p:nvSpPr>
        <p:spPr/>
        <p:txBody>
          <a:bodyPr/>
          <a:lstStyle/>
          <a:p>
            <a:fld id="{AC0183A4-0EE7-4BEA-961A-8570972FC886}" type="datetimeFigureOut">
              <a:rPr lang="en-US" smtClean="0"/>
              <a:t>3/4/2025</a:t>
            </a:fld>
            <a:endParaRPr lang="en-US"/>
          </a:p>
        </p:txBody>
      </p:sp>
      <p:sp>
        <p:nvSpPr>
          <p:cNvPr id="9" name="Slide Number Placeholder 8"/>
          <p:cNvSpPr>
            <a:spLocks noGrp="1"/>
          </p:cNvSpPr>
          <p:nvPr>
            <p:ph type="sldNum" sz="quarter" idx="15"/>
          </p:nvPr>
        </p:nvSpPr>
        <p:spPr/>
        <p:txBody>
          <a:bodyPr/>
          <a:lstStyle/>
          <a:p>
            <a:fld id="{8B0EED5A-7428-4656-9AD9-33AFCA358EFE}" type="slidenum">
              <a:rPr lang="en-US" smtClean="0"/>
              <a:t>‹#›</a:t>
            </a:fld>
            <a:endParaRPr lang="en-US"/>
          </a:p>
        </p:txBody>
      </p:sp>
      <p:sp>
        <p:nvSpPr>
          <p:cNvPr id="10" name="Footer Placeholder 9"/>
          <p:cNvSpPr>
            <a:spLocks noGrp="1"/>
          </p:cNvSpPr>
          <p:nvPr>
            <p:ph type="ftr" sz="quarter" idx="16"/>
          </p:nvPr>
        </p:nvSpPr>
        <p:spPr/>
        <p:txBody>
          <a:bodyPr/>
          <a:lstStyle/>
          <a:p>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629400" y="457200"/>
            <a:ext cx="2057400" cy="1066800"/>
          </a:xfrm>
        </p:spPr>
        <p:txBody>
          <a:bodyPr lIns="91440" tIns="91440" anchor="b" anchorCtr="0"/>
          <a:lstStyle>
            <a:lvl1pPr algn="l">
              <a:buNone/>
              <a:defRPr sz="1800" b="1" spc="-50" baseline="0">
                <a:ln w="3175">
                  <a:noFill/>
                </a:ln>
                <a:solidFill>
                  <a:schemeClr val="tx2"/>
                </a:solidFill>
                <a:effectLst/>
                <a:latin typeface="+mn-lt"/>
                <a:ea typeface="+mn-ea"/>
                <a:cs typeface="+mn-cs"/>
              </a:defRPr>
            </a:lvl1pPr>
          </a:lstStyle>
          <a:p>
            <a:r>
              <a:rPr kumimoji="0" lang="en-US"/>
              <a:t>Click to edit Master title style</a:t>
            </a:r>
          </a:p>
        </p:txBody>
      </p:sp>
      <p:sp>
        <p:nvSpPr>
          <p:cNvPr id="3" name="Picture Placeholder 2"/>
          <p:cNvSpPr>
            <a:spLocks noGrp="1"/>
          </p:cNvSpPr>
          <p:nvPr>
            <p:ph type="pic" idx="1"/>
          </p:nvPr>
        </p:nvSpPr>
        <p:spPr>
          <a:xfrm>
            <a:off x="457200" y="457200"/>
            <a:ext cx="6019800" cy="5562600"/>
          </a:xfrm>
          <a:solidFill>
            <a:schemeClr val="tx2">
              <a:tint val="40000"/>
            </a:schemeClr>
          </a:solidFill>
          <a:effectLst>
            <a:outerShdw blurRad="88900" sx="103000" sy="103000" algn="ctr" rotWithShape="0">
              <a:prstClr val="black">
                <a:alpha val="32000"/>
              </a:prstClr>
            </a:outerShdw>
            <a:softEdge rad="127000"/>
          </a:effectLst>
        </p:spPr>
        <p:txBody>
          <a:bodyPr/>
          <a:lstStyle>
            <a:lvl1pPr marL="0" indent="0">
              <a:buNone/>
              <a:defRPr sz="3200">
                <a:solidFill>
                  <a:schemeClr val="bg1"/>
                </a:solidFill>
              </a:defRPr>
            </a:lvl1pPr>
          </a:lstStyle>
          <a:p>
            <a:r>
              <a:rPr kumimoji="0" lang="en-US"/>
              <a:t>Click icon to add picture</a:t>
            </a:r>
          </a:p>
        </p:txBody>
      </p:sp>
      <p:sp>
        <p:nvSpPr>
          <p:cNvPr id="4" name="Text Placeholder 3"/>
          <p:cNvSpPr>
            <a:spLocks noGrp="1"/>
          </p:cNvSpPr>
          <p:nvPr>
            <p:ph type="body" sz="half" idx="2"/>
          </p:nvPr>
        </p:nvSpPr>
        <p:spPr>
          <a:xfrm>
            <a:off x="6629400" y="1600200"/>
            <a:ext cx="2057400" cy="4419600"/>
          </a:xfrm>
        </p:spPr>
        <p:txBody>
          <a:bodyPr anchor="t" anchorCtr="0"/>
          <a:lstStyle>
            <a:lvl1pPr marL="0" indent="0">
              <a:lnSpc>
                <a:spcPct val="125000"/>
              </a:lnSpc>
              <a:spcAft>
                <a:spcPts val="1000"/>
              </a:spcAft>
              <a:buFontTx/>
              <a:buNone/>
              <a:defRPr sz="1600" b="0">
                <a:solidFill>
                  <a:schemeClr val="tx2"/>
                </a:solidFill>
              </a:defRPr>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8" name="Date Placeholder 7"/>
          <p:cNvSpPr>
            <a:spLocks noGrp="1"/>
          </p:cNvSpPr>
          <p:nvPr>
            <p:ph type="dt" sz="half" idx="10"/>
          </p:nvPr>
        </p:nvSpPr>
        <p:spPr/>
        <p:txBody>
          <a:bodyPr/>
          <a:lstStyle/>
          <a:p>
            <a:fld id="{AC0183A4-0EE7-4BEA-961A-8570972FC886}" type="datetimeFigureOut">
              <a:rPr lang="en-US" smtClean="0"/>
              <a:t>3/4/2025</a:t>
            </a:fld>
            <a:endParaRPr lang="en-US"/>
          </a:p>
        </p:txBody>
      </p:sp>
      <p:sp>
        <p:nvSpPr>
          <p:cNvPr id="9" name="Slide Number Placeholder 8"/>
          <p:cNvSpPr>
            <a:spLocks noGrp="1"/>
          </p:cNvSpPr>
          <p:nvPr>
            <p:ph type="sldNum" sz="quarter" idx="11"/>
          </p:nvPr>
        </p:nvSpPr>
        <p:spPr/>
        <p:txBody>
          <a:bodyPr/>
          <a:lstStyle/>
          <a:p>
            <a:fld id="{8B0EED5A-7428-4656-9AD9-33AFCA358EFE}" type="slidenum">
              <a:rPr lang="en-US" smtClean="0"/>
              <a:t>‹#›</a:t>
            </a:fld>
            <a:endParaRPr lang="en-US"/>
          </a:p>
        </p:txBody>
      </p:sp>
      <p:sp>
        <p:nvSpPr>
          <p:cNvPr id="10" name="Footer Placeholder 9"/>
          <p:cNvSpPr>
            <a:spLocks noGrp="1"/>
          </p:cNvSpPr>
          <p:nvPr>
            <p:ph type="ftr" sz="quarter" idx="12"/>
          </p:nvPr>
        </p:nvSpPr>
        <p:spPr/>
        <p:txBody>
          <a:bodyPr/>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AC0183A4-0EE7-4BEA-961A-8570972FC886}" type="datetimeFigureOut">
              <a:rPr lang="en-US" smtClean="0"/>
              <a:t>3/4/2025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0EED5A-7428-4656-9AD9-33AFCA358EFE}"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AC0183A4-0EE7-4BEA-961A-8570972FC886}" type="datetimeFigureOut">
              <a:rPr lang="en-US" smtClean="0"/>
              <a:t>3/4/2025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0EED5A-7428-4656-9AD9-33AFCA358EFE}"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9" name="Text Placeholder 8"/>
          <p:cNvSpPr>
            <a:spLocks noGrp="1"/>
          </p:cNvSpPr>
          <p:nvPr>
            <p:ph type="body" idx="1"/>
          </p:nvPr>
        </p:nvSpPr>
        <p:spPr>
          <a:xfrm>
            <a:off x="457200" y="1447800"/>
            <a:ext cx="8229600" cy="4678363"/>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24" name="Date Placeholder 23"/>
          <p:cNvSpPr>
            <a:spLocks noGrp="1"/>
          </p:cNvSpPr>
          <p:nvPr>
            <p:ph type="dt" sz="half" idx="2"/>
          </p:nvPr>
        </p:nvSpPr>
        <p:spPr>
          <a:xfrm>
            <a:off x="5791200" y="6203667"/>
            <a:ext cx="2590800" cy="384048"/>
          </a:xfrm>
          <a:prstGeom prst="rect">
            <a:avLst/>
          </a:prstGeom>
        </p:spPr>
        <p:txBody>
          <a:bodyPr vert="horz" anchor="ctr" anchorCtr="0"/>
          <a:lstStyle>
            <a:lvl1pPr algn="l" eaLnBrk="1" latinLnBrk="0" hangingPunct="1">
              <a:defRPr kumimoji="0" sz="1200">
                <a:solidFill>
                  <a:schemeClr val="tx2"/>
                </a:solidFill>
              </a:defRPr>
            </a:lvl1pPr>
          </a:lstStyle>
          <a:p>
            <a:fld id="{AC0183A4-0EE7-4BEA-961A-8570972FC886}" type="datetimeFigureOut">
              <a:rPr lang="en-US" smtClean="0"/>
              <a:t>3/4/2025</a:t>
            </a:fld>
            <a:endParaRPr lang="en-US"/>
          </a:p>
        </p:txBody>
      </p:sp>
      <p:sp>
        <p:nvSpPr>
          <p:cNvPr id="10" name="Footer Placeholder 9"/>
          <p:cNvSpPr>
            <a:spLocks noGrp="1"/>
          </p:cNvSpPr>
          <p:nvPr>
            <p:ph type="ftr" sz="quarter" idx="3"/>
          </p:nvPr>
        </p:nvSpPr>
        <p:spPr>
          <a:xfrm>
            <a:off x="2133600" y="6203667"/>
            <a:ext cx="3581400" cy="384048"/>
          </a:xfrm>
          <a:prstGeom prst="rect">
            <a:avLst/>
          </a:prstGeom>
        </p:spPr>
        <p:txBody>
          <a:bodyPr vert="horz" anchor="ctr" anchorCtr="0"/>
          <a:lstStyle>
            <a:lvl1pPr algn="r" eaLnBrk="1" latinLnBrk="0" hangingPunct="1">
              <a:defRPr kumimoji="0" sz="1200">
                <a:solidFill>
                  <a:schemeClr val="tx2"/>
                </a:solidFill>
              </a:defRPr>
            </a:lvl1pPr>
          </a:lstStyle>
          <a:p>
            <a:endParaRPr lang="en-US"/>
          </a:p>
        </p:txBody>
      </p:sp>
      <p:sp>
        <p:nvSpPr>
          <p:cNvPr id="22" name="Slide Number Placeholder 21"/>
          <p:cNvSpPr>
            <a:spLocks noGrp="1"/>
          </p:cNvSpPr>
          <p:nvPr>
            <p:ph type="sldNum" sz="quarter" idx="4"/>
          </p:nvPr>
        </p:nvSpPr>
        <p:spPr>
          <a:xfrm>
            <a:off x="8410575" y="6181531"/>
            <a:ext cx="609600" cy="457200"/>
          </a:xfrm>
          <a:prstGeom prst="rect">
            <a:avLst/>
          </a:prstGeom>
          <a:noFill/>
        </p:spPr>
        <p:txBody>
          <a:bodyPr vert="horz" lIns="0" tIns="0" rIns="0" bIns="0" anchor="ctr" anchorCtr="0">
            <a:noAutofit/>
          </a:bodyPr>
          <a:lstStyle>
            <a:lvl1pPr algn="ctr" eaLnBrk="1" latinLnBrk="0" hangingPunct="1">
              <a:defRPr kumimoji="0" sz="1600" baseline="0">
                <a:solidFill>
                  <a:schemeClr val="tx2"/>
                </a:solidFill>
              </a:defRPr>
            </a:lvl1pPr>
          </a:lstStyle>
          <a:p>
            <a:fld id="{8B0EED5A-7428-4656-9AD9-33AFCA358EFE}" type="slidenum">
              <a:rPr lang="en-US" smtClean="0"/>
              <a:t>‹#›</a:t>
            </a:fld>
            <a:endParaRPr lang="en-US"/>
          </a:p>
        </p:txBody>
      </p:sp>
      <p:sp>
        <p:nvSpPr>
          <p:cNvPr id="5" name="Title Placeholder 4"/>
          <p:cNvSpPr>
            <a:spLocks noGrp="1"/>
          </p:cNvSpPr>
          <p:nvPr>
            <p:ph type="title"/>
          </p:nvPr>
        </p:nvSpPr>
        <p:spPr>
          <a:xfrm>
            <a:off x="457200" y="152400"/>
            <a:ext cx="8229600" cy="1219200"/>
          </a:xfrm>
          <a:prstGeom prst="rect">
            <a:avLst/>
          </a:prstGeom>
          <a:ln w="6350" cap="rnd">
            <a:noFill/>
          </a:ln>
        </p:spPr>
        <p:txBody>
          <a:bodyPr vert="horz" anchor="b" anchorCtr="0">
            <a:normAutofit/>
          </a:bodyPr>
          <a:lstStyle/>
          <a:p>
            <a:r>
              <a:rPr kumimoji="0" lang="en-US"/>
              <a:t>Click to edit Master title style</a:t>
            </a:r>
          </a:p>
        </p:txBody>
      </p:sp>
    </p:spTree>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rtl="0" eaLnBrk="1" latinLnBrk="0" hangingPunct="1">
        <a:spcBef>
          <a:spcPct val="0"/>
        </a:spcBef>
        <a:buNone/>
        <a:defRPr kumimoji="0" lang="en-US" sz="4200" b="0" kern="1200" spc="-100" baseline="0" dirty="0">
          <a:ln w="3200">
            <a:solidFill>
              <a:schemeClr val="bg2">
                <a:shade val="75000"/>
                <a:alpha val="25000"/>
              </a:schemeClr>
            </a:solidFill>
            <a:prstDash val="solid"/>
            <a:round/>
          </a:ln>
          <a:solidFill>
            <a:srgbClr val="F9F9F9"/>
          </a:solidFill>
          <a:effectLst>
            <a:innerShdw blurRad="50800" dist="25400" dir="13500000">
              <a:prstClr val="black">
                <a:alpha val="70000"/>
              </a:prstClr>
            </a:innerShdw>
          </a:effectLst>
          <a:latin typeface="+mj-lt"/>
          <a:ea typeface="+mj-ea"/>
          <a:cs typeface="+mj-cs"/>
        </a:defRPr>
      </a:lvl1pPr>
    </p:titleStyle>
    <p:bodyStyle>
      <a:lvl1pPr marL="274320" indent="-274320" algn="l" rtl="0" eaLnBrk="1" latinLnBrk="0" hangingPunct="1">
        <a:spcBef>
          <a:spcPts val="600"/>
        </a:spcBef>
        <a:buClr>
          <a:schemeClr val="accent2"/>
        </a:buClr>
        <a:buSzPct val="85000"/>
        <a:buFont typeface="Wingdings 2"/>
        <a:buChar char=""/>
        <a:defRPr kumimoji="0" sz="2600" kern="1200">
          <a:solidFill>
            <a:schemeClr val="tx1"/>
          </a:solidFill>
          <a:latin typeface="+mn-lt"/>
          <a:ea typeface="+mn-ea"/>
          <a:cs typeface="+mn-cs"/>
        </a:defRPr>
      </a:lvl1pPr>
      <a:lvl2pPr marL="640080" indent="-274320" algn="l" rtl="0" eaLnBrk="1" latinLnBrk="0" hangingPunct="1">
        <a:spcBef>
          <a:spcPts val="300"/>
        </a:spcBef>
        <a:buClr>
          <a:schemeClr val="accent2">
            <a:shade val="75000"/>
          </a:schemeClr>
        </a:buClr>
        <a:buSzPct val="85000"/>
        <a:buFont typeface="Wingdings 2"/>
        <a:buChar char=""/>
        <a:defRPr kumimoji="0" sz="2400" kern="1200">
          <a:solidFill>
            <a:schemeClr val="tx2"/>
          </a:solidFill>
          <a:latin typeface="+mn-lt"/>
          <a:ea typeface="+mn-ea"/>
          <a:cs typeface="+mn-cs"/>
        </a:defRPr>
      </a:lvl2pPr>
      <a:lvl3pPr marL="1005840" indent="-228600" algn="l" rtl="0" eaLnBrk="1" latinLnBrk="0" hangingPunct="1">
        <a:spcBef>
          <a:spcPts val="300"/>
        </a:spcBef>
        <a:buClr>
          <a:schemeClr val="accent2">
            <a:shade val="50000"/>
          </a:schemeClr>
        </a:buClr>
        <a:buSzPct val="85000"/>
        <a:buFont typeface="Wingdings 2"/>
        <a:buChar char=""/>
        <a:defRPr kumimoji="0" sz="2100" kern="1200">
          <a:solidFill>
            <a:schemeClr val="tx1"/>
          </a:solidFill>
          <a:latin typeface="+mn-lt"/>
          <a:ea typeface="+mn-ea"/>
          <a:cs typeface="+mn-cs"/>
        </a:defRPr>
      </a:lvl3pPr>
      <a:lvl4pPr marL="1280160" indent="-228600" algn="l" rtl="0" eaLnBrk="1" latinLnBrk="0" hangingPunct="1">
        <a:spcBef>
          <a:spcPts val="300"/>
        </a:spcBef>
        <a:buClr>
          <a:schemeClr val="accent2">
            <a:shade val="75000"/>
          </a:schemeClr>
        </a:buClr>
        <a:buSzPct val="85000"/>
        <a:buFont typeface="Wingdings 2" pitchFamily="18" charset="2"/>
        <a:buChar char=""/>
        <a:defRPr kumimoji="0" sz="1900" kern="1200">
          <a:solidFill>
            <a:schemeClr val="tx1"/>
          </a:solidFill>
          <a:latin typeface="+mn-lt"/>
          <a:ea typeface="+mn-ea"/>
          <a:cs typeface="+mn-cs"/>
        </a:defRPr>
      </a:lvl4pPr>
      <a:lvl5pPr marL="1554480" indent="-228600" algn="l" rtl="0" eaLnBrk="1" latinLnBrk="0" hangingPunct="1">
        <a:spcBef>
          <a:spcPts val="340"/>
        </a:spcBef>
        <a:buClr>
          <a:schemeClr val="accent2">
            <a:shade val="75000"/>
          </a:schemeClr>
        </a:buClr>
        <a:buSzPct val="85000"/>
        <a:buFont typeface="Wingdings 2" pitchFamily="18" charset="2"/>
        <a:buChar char=""/>
        <a:defRPr kumimoji="0" sz="1600" kern="1200">
          <a:solidFill>
            <a:schemeClr val="tx1"/>
          </a:solidFill>
          <a:latin typeface="+mn-lt"/>
          <a:ea typeface="+mn-ea"/>
          <a:cs typeface="+mn-cs"/>
        </a:defRPr>
      </a:lvl5pPr>
      <a:lvl6pPr marL="1828800" indent="-228600" algn="l" rtl="0" eaLnBrk="1" latinLnBrk="0" hangingPunct="1">
        <a:spcBef>
          <a:spcPts val="340"/>
        </a:spcBef>
        <a:buClr>
          <a:schemeClr val="accent2">
            <a:shade val="75000"/>
          </a:schemeClr>
        </a:buClr>
        <a:buSzPct val="85000"/>
        <a:buFont typeface="Wingdings 2" pitchFamily="18" charset="2"/>
        <a:buChar char="?"/>
        <a:defRPr kumimoji="0" sz="1700" kern="1200">
          <a:solidFill>
            <a:schemeClr val="tx1"/>
          </a:solidFill>
          <a:latin typeface="+mn-lt"/>
          <a:ea typeface="+mn-ea"/>
          <a:cs typeface="+mn-cs"/>
        </a:defRPr>
      </a:lvl6pPr>
      <a:lvl7pPr marL="2011680" indent="-182880" algn="l" rtl="0" eaLnBrk="1" latinLnBrk="0" hangingPunct="1">
        <a:spcBef>
          <a:spcPts val="340"/>
        </a:spcBef>
        <a:buClr>
          <a:schemeClr val="accent2">
            <a:shade val="75000"/>
          </a:schemeClr>
        </a:buClr>
        <a:buSzPct val="85000"/>
        <a:buFont typeface="Wingdings 2" pitchFamily="18" charset="2"/>
        <a:buChar char="?"/>
        <a:defRPr kumimoji="0" sz="1600" kern="1200" baseline="0">
          <a:solidFill>
            <a:schemeClr val="tx1"/>
          </a:solidFill>
          <a:latin typeface="+mn-lt"/>
          <a:ea typeface="+mn-ea"/>
          <a:cs typeface="+mn-cs"/>
        </a:defRPr>
      </a:lvl7pPr>
      <a:lvl8pPr marL="2286000" indent="-182880" algn="l" rtl="0" eaLnBrk="1" latinLnBrk="0" hangingPunct="1">
        <a:spcBef>
          <a:spcPts val="340"/>
        </a:spcBef>
        <a:buClr>
          <a:schemeClr val="accent2">
            <a:shade val="75000"/>
          </a:schemeClr>
        </a:buClr>
        <a:buSzPct val="85000"/>
        <a:buFont typeface="Wingdings 2" pitchFamily="18" charset="2"/>
        <a:buChar char="?"/>
        <a:defRPr kumimoji="0" sz="1500" kern="1200">
          <a:solidFill>
            <a:schemeClr val="tx1"/>
          </a:solidFill>
          <a:latin typeface="+mn-lt"/>
          <a:ea typeface="+mn-ea"/>
          <a:cs typeface="+mn-cs"/>
        </a:defRPr>
      </a:lvl8pPr>
      <a:lvl9pPr marL="2560320" indent="-182880" algn="l" rtl="0" eaLnBrk="1" latinLnBrk="0" hangingPunct="1">
        <a:spcBef>
          <a:spcPts val="340"/>
        </a:spcBef>
        <a:buClr>
          <a:schemeClr val="accent2">
            <a:shade val="75000"/>
          </a:schemeClr>
        </a:buClr>
        <a:buSzPct val="85000"/>
        <a:buFont typeface="Wingdings 2" pitchFamily="18" charset="2"/>
        <a:buChar char="?"/>
        <a:defRPr kumimoji="0" sz="15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a:t>Lecture 05</a:t>
            </a:r>
            <a:br>
              <a:rPr lang="en-US" dirty="0"/>
            </a:br>
            <a:r>
              <a:rPr lang="en-US" b="1" dirty="0"/>
              <a:t>Formation of Political Parties: Congress &amp; Muslim League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pPr algn="just"/>
            <a:r>
              <a:rPr lang="en-US" dirty="0"/>
              <a:t>Indian National Congress was found on 28</a:t>
            </a:r>
            <a:r>
              <a:rPr lang="en-US" baseline="30000" dirty="0"/>
              <a:t>th</a:t>
            </a:r>
            <a:r>
              <a:rPr lang="en-US" dirty="0"/>
              <a:t> December, 1885.</a:t>
            </a:r>
          </a:p>
          <a:p>
            <a:pPr algn="just"/>
            <a:r>
              <a:rPr lang="en-US" dirty="0" err="1"/>
              <a:t>Womesh</a:t>
            </a:r>
            <a:r>
              <a:rPr lang="en-US" dirty="0"/>
              <a:t> Chunder Banerjee was the first leader of Indian National Congress.</a:t>
            </a:r>
          </a:p>
          <a:p>
            <a:pPr algn="just"/>
            <a:r>
              <a:rPr lang="en-US" b="1" dirty="0"/>
              <a:t>Objectives of the Congress</a:t>
            </a:r>
          </a:p>
          <a:p>
            <a:pPr lvl="1" algn="just"/>
            <a:r>
              <a:rPr lang="en-US" dirty="0">
                <a:solidFill>
                  <a:schemeClr val="tx1"/>
                </a:solidFill>
              </a:rPr>
              <a:t>The fusion into one national whole of all the different, and till now discordant elements that constitutes the population of India.</a:t>
            </a:r>
          </a:p>
          <a:p>
            <a:pPr lvl="1" algn="just"/>
            <a:r>
              <a:rPr lang="en-US" dirty="0">
                <a:solidFill>
                  <a:schemeClr val="tx1"/>
                </a:solidFill>
              </a:rPr>
              <a:t>The gradual regeneration of Indians along all lines, mental, moral, social and political.</a:t>
            </a:r>
          </a:p>
          <a:p>
            <a:pPr lvl="1" algn="just"/>
            <a:r>
              <a:rPr lang="en-US" dirty="0">
                <a:solidFill>
                  <a:schemeClr val="tx1"/>
                </a:solidFill>
              </a:rPr>
              <a:t>The consolidation of the union between England and India, by securing the modification of such of its condition as may be unjust or injurious to the latter country.</a:t>
            </a:r>
          </a:p>
        </p:txBody>
      </p:sp>
      <p:sp>
        <p:nvSpPr>
          <p:cNvPr id="3" name="Title 2"/>
          <p:cNvSpPr>
            <a:spLocks noGrp="1"/>
          </p:cNvSpPr>
          <p:nvPr>
            <p:ph type="title"/>
          </p:nvPr>
        </p:nvSpPr>
        <p:spPr>
          <a:xfrm>
            <a:off x="251520" y="152400"/>
            <a:ext cx="8712968" cy="1219200"/>
          </a:xfrm>
        </p:spPr>
        <p:txBody>
          <a:bodyPr>
            <a:normAutofit fontScale="90000"/>
          </a:bodyPr>
          <a:lstStyle/>
          <a:p>
            <a:r>
              <a:rPr b="1" dirty="0"/>
              <a:t>Formation of Indian National Congress</a:t>
            </a:r>
            <a:endParaRPr lang="en-US"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animEffect transition="in" filter="fade">
                                      <p:cBhvr>
                                        <p:cTn id="13" dur="1000"/>
                                        <p:tgtEl>
                                          <p:spTgt spid="2">
                                            <p:txEl>
                                              <p:pRg st="0" end="0"/>
                                            </p:txEl>
                                          </p:spTgt>
                                        </p:tgtEl>
                                      </p:cBhvr>
                                    </p:animEffect>
                                    <p:anim calcmode="lin" valueType="num">
                                      <p:cBhvr>
                                        <p:cTn id="14"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2">
                                            <p:txEl>
                                              <p:pRg st="1" end="1"/>
                                            </p:txEl>
                                          </p:spTgt>
                                        </p:tgtEl>
                                        <p:attrNameLst>
                                          <p:attrName>style.visibility</p:attrName>
                                        </p:attrNameLst>
                                      </p:cBhvr>
                                      <p:to>
                                        <p:strVal val="visible"/>
                                      </p:to>
                                    </p:set>
                                    <p:animEffect transition="in" filter="fade">
                                      <p:cBhvr>
                                        <p:cTn id="20" dur="1000"/>
                                        <p:tgtEl>
                                          <p:spTgt spid="2">
                                            <p:txEl>
                                              <p:pRg st="1" end="1"/>
                                            </p:txEl>
                                          </p:spTgt>
                                        </p:tgtEl>
                                      </p:cBhvr>
                                    </p:animEffect>
                                    <p:anim calcmode="lin" valueType="num">
                                      <p:cBhvr>
                                        <p:cTn id="21"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2"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2">
                                            <p:txEl>
                                              <p:pRg st="2" end="2"/>
                                            </p:txEl>
                                          </p:spTgt>
                                        </p:tgtEl>
                                        <p:attrNameLst>
                                          <p:attrName>style.visibility</p:attrName>
                                        </p:attrNameLst>
                                      </p:cBhvr>
                                      <p:to>
                                        <p:strVal val="visible"/>
                                      </p:to>
                                    </p:set>
                                    <p:animEffect transition="in" filter="fade">
                                      <p:cBhvr>
                                        <p:cTn id="27" dur="1000"/>
                                        <p:tgtEl>
                                          <p:spTgt spid="2">
                                            <p:txEl>
                                              <p:pRg st="2" end="2"/>
                                            </p:txEl>
                                          </p:spTgt>
                                        </p:tgtEl>
                                      </p:cBhvr>
                                    </p:animEffect>
                                    <p:anim calcmode="lin" valueType="num">
                                      <p:cBhvr>
                                        <p:cTn id="28"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29"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nodeType="clickEffect">
                                  <p:stCondLst>
                                    <p:cond delay="0"/>
                                  </p:stCondLst>
                                  <p:childTnLst>
                                    <p:set>
                                      <p:cBhvr>
                                        <p:cTn id="33" dur="1" fill="hold">
                                          <p:stCondLst>
                                            <p:cond delay="0"/>
                                          </p:stCondLst>
                                        </p:cTn>
                                        <p:tgtEl>
                                          <p:spTgt spid="2">
                                            <p:txEl>
                                              <p:pRg st="3" end="3"/>
                                            </p:txEl>
                                          </p:spTgt>
                                        </p:tgtEl>
                                        <p:attrNameLst>
                                          <p:attrName>style.visibility</p:attrName>
                                        </p:attrNameLst>
                                      </p:cBhvr>
                                      <p:to>
                                        <p:strVal val="visible"/>
                                      </p:to>
                                    </p:set>
                                    <p:animEffect transition="in" filter="fade">
                                      <p:cBhvr>
                                        <p:cTn id="34" dur="1000"/>
                                        <p:tgtEl>
                                          <p:spTgt spid="2">
                                            <p:txEl>
                                              <p:pRg st="3" end="3"/>
                                            </p:txEl>
                                          </p:spTgt>
                                        </p:tgtEl>
                                      </p:cBhvr>
                                    </p:animEffect>
                                    <p:anim calcmode="lin" valueType="num">
                                      <p:cBhvr>
                                        <p:cTn id="35"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6"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nodeType="clickEffect">
                                  <p:stCondLst>
                                    <p:cond delay="0"/>
                                  </p:stCondLst>
                                  <p:childTnLst>
                                    <p:set>
                                      <p:cBhvr>
                                        <p:cTn id="40" dur="1" fill="hold">
                                          <p:stCondLst>
                                            <p:cond delay="0"/>
                                          </p:stCondLst>
                                        </p:cTn>
                                        <p:tgtEl>
                                          <p:spTgt spid="2">
                                            <p:txEl>
                                              <p:pRg st="4" end="4"/>
                                            </p:txEl>
                                          </p:spTgt>
                                        </p:tgtEl>
                                        <p:attrNameLst>
                                          <p:attrName>style.visibility</p:attrName>
                                        </p:attrNameLst>
                                      </p:cBhvr>
                                      <p:to>
                                        <p:strVal val="visible"/>
                                      </p:to>
                                    </p:set>
                                    <p:animEffect transition="in" filter="fade">
                                      <p:cBhvr>
                                        <p:cTn id="41" dur="1000"/>
                                        <p:tgtEl>
                                          <p:spTgt spid="2">
                                            <p:txEl>
                                              <p:pRg st="4" end="4"/>
                                            </p:txEl>
                                          </p:spTgt>
                                        </p:tgtEl>
                                      </p:cBhvr>
                                    </p:animEffect>
                                    <p:anim calcmode="lin" valueType="num">
                                      <p:cBhvr>
                                        <p:cTn id="42"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3"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nodeType="clickEffect">
                                  <p:stCondLst>
                                    <p:cond delay="0"/>
                                  </p:stCondLst>
                                  <p:childTnLst>
                                    <p:set>
                                      <p:cBhvr>
                                        <p:cTn id="47" dur="1" fill="hold">
                                          <p:stCondLst>
                                            <p:cond delay="0"/>
                                          </p:stCondLst>
                                        </p:cTn>
                                        <p:tgtEl>
                                          <p:spTgt spid="2">
                                            <p:txEl>
                                              <p:pRg st="5" end="5"/>
                                            </p:txEl>
                                          </p:spTgt>
                                        </p:tgtEl>
                                        <p:attrNameLst>
                                          <p:attrName>style.visibility</p:attrName>
                                        </p:attrNameLst>
                                      </p:cBhvr>
                                      <p:to>
                                        <p:strVal val="visible"/>
                                      </p:to>
                                    </p:set>
                                    <p:animEffect transition="in" filter="fade">
                                      <p:cBhvr>
                                        <p:cTn id="48" dur="1000"/>
                                        <p:tgtEl>
                                          <p:spTgt spid="2">
                                            <p:txEl>
                                              <p:pRg st="5" end="5"/>
                                            </p:txEl>
                                          </p:spTgt>
                                        </p:tgtEl>
                                      </p:cBhvr>
                                    </p:animEffect>
                                    <p:anim calcmode="lin" valueType="num">
                                      <p:cBhvr>
                                        <p:cTn id="49"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0"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lgn="just"/>
            <a:r>
              <a:rPr lang="en-US" dirty="0"/>
              <a:t>Congress was founded by a retired English government official, A.O. Hume. The blessings of Lord </a:t>
            </a:r>
            <a:r>
              <a:rPr lang="en-US" dirty="0" err="1"/>
              <a:t>Dufferin</a:t>
            </a:r>
            <a:r>
              <a:rPr lang="en-US" dirty="0"/>
              <a:t>, Governor General of India were there.</a:t>
            </a:r>
          </a:p>
          <a:p>
            <a:pPr algn="just"/>
            <a:r>
              <a:rPr lang="en-US" dirty="0"/>
              <a:t>When Mr. Hume took the scheme to the Governor General, the latter amended it and gave his blessings on the condition that: -</a:t>
            </a:r>
          </a:p>
          <a:p>
            <a:pPr lvl="1" algn="just"/>
            <a:r>
              <a:rPr lang="en-US" i="1" dirty="0">
                <a:solidFill>
                  <a:schemeClr val="tx1"/>
                </a:solidFill>
              </a:rPr>
              <a:t>“His name in this connection with the scheme of the Congress should not be divulged so long as he remained in the country.”  </a:t>
            </a:r>
            <a:r>
              <a:rPr lang="en-US" dirty="0">
                <a:solidFill>
                  <a:schemeClr val="tx1"/>
                </a:solidFill>
              </a:rPr>
              <a:t>His condition was faithfully maintained, and none but the men consulted by Mr. Hume knew anything about the matter</a:t>
            </a:r>
            <a:r>
              <a:rPr lang="en-US" i="1" dirty="0">
                <a:solidFill>
                  <a:schemeClr val="tx1"/>
                </a:solidFill>
              </a:rPr>
              <a:t>. </a:t>
            </a:r>
            <a:endParaRPr lang="en-US" dirty="0">
              <a:solidFill>
                <a:schemeClr val="tx1"/>
              </a:solidFill>
            </a:endParaRPr>
          </a:p>
        </p:txBody>
      </p:sp>
      <p:sp>
        <p:nvSpPr>
          <p:cNvPr id="3" name="Title 2"/>
          <p:cNvSpPr>
            <a:spLocks noGrp="1"/>
          </p:cNvSpPr>
          <p:nvPr>
            <p:ph type="title"/>
          </p:nvPr>
        </p:nvSpPr>
        <p:spPr/>
        <p:txBody>
          <a:bodyPr>
            <a:normAutofit fontScale="90000"/>
          </a:bodyPr>
          <a:lstStyle/>
          <a:p>
            <a:r>
              <a:rPr b="1" dirty="0"/>
              <a:t>A theory about Creation of Congress</a:t>
            </a:r>
            <a:endParaRPr lang="en-US"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
                                            <p:txEl>
                                              <p:pRg st="0" end="0"/>
                                            </p:txEl>
                                          </p:spTgt>
                                        </p:tgtEl>
                                        <p:attrNameLst>
                                          <p:attrName>style.visibility</p:attrName>
                                        </p:attrNameLst>
                                      </p:cBhvr>
                                      <p:to>
                                        <p:strVal val="visible"/>
                                      </p:to>
                                    </p:set>
                                    <p:animEffect transition="in" filter="wipe(down)">
                                      <p:cBhvr>
                                        <p:cTn id="12" dur="500"/>
                                        <p:tgtEl>
                                          <p:spTgt spid="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2">
                                            <p:txEl>
                                              <p:pRg st="1" end="1"/>
                                            </p:txEl>
                                          </p:spTgt>
                                        </p:tgtEl>
                                        <p:attrNameLst>
                                          <p:attrName>style.visibility</p:attrName>
                                        </p:attrNameLst>
                                      </p:cBhvr>
                                      <p:to>
                                        <p:strVal val="visible"/>
                                      </p:to>
                                    </p:set>
                                    <p:animEffect transition="in" filter="wipe(down)">
                                      <p:cBhvr>
                                        <p:cTn id="17" dur="500"/>
                                        <p:tgtEl>
                                          <p:spTgt spid="2">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
                                            <p:txEl>
                                              <p:pRg st="2" end="2"/>
                                            </p:txEl>
                                          </p:spTgt>
                                        </p:tgtEl>
                                        <p:attrNameLst>
                                          <p:attrName>style.visibility</p:attrName>
                                        </p:attrNameLst>
                                      </p:cBhvr>
                                      <p:to>
                                        <p:strVal val="visible"/>
                                      </p:to>
                                    </p:set>
                                    <p:animEffect transition="in" filter="fade">
                                      <p:cBhvr>
                                        <p:cTn id="22"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He asked the Muslims not to join the Congress.</a:t>
            </a:r>
          </a:p>
          <a:p>
            <a:pPr algn="just"/>
            <a:r>
              <a:rPr lang="en-US" dirty="0"/>
              <a:t>“If I am told that the Viceroy, the Secretary of State, and the whole House of Commons had openly supported the Congress, I would still remain firmly opposed to it”</a:t>
            </a:r>
          </a:p>
          <a:p>
            <a:pPr lvl="1" algn="just"/>
            <a:r>
              <a:rPr lang="en-US" i="1" dirty="0"/>
              <a:t>“It is my deliberate belief that should the resolution of the native congress be carried into effect; it would be impossible for the British Government to preserve peace, or control in any degree the violence and civil wars which would ensue.” </a:t>
            </a:r>
          </a:p>
          <a:p>
            <a:pPr lvl="1"/>
            <a:r>
              <a:rPr lang="en-US" i="1" dirty="0"/>
              <a:t>(Quoted in The Times, 12</a:t>
            </a:r>
            <a:r>
              <a:rPr lang="en-US" i="1" baseline="30000" dirty="0"/>
              <a:t>th</a:t>
            </a:r>
            <a:r>
              <a:rPr lang="en-US" i="1" dirty="0"/>
              <a:t> November, 1888)</a:t>
            </a:r>
            <a:endParaRPr lang="en-US" dirty="0"/>
          </a:p>
        </p:txBody>
      </p:sp>
      <p:sp>
        <p:nvSpPr>
          <p:cNvPr id="3" name="Title 2"/>
          <p:cNvSpPr>
            <a:spLocks noGrp="1"/>
          </p:cNvSpPr>
          <p:nvPr>
            <p:ph type="title"/>
          </p:nvPr>
        </p:nvSpPr>
        <p:spPr>
          <a:xfrm>
            <a:off x="457200" y="404664"/>
            <a:ext cx="8435280" cy="1008112"/>
          </a:xfrm>
        </p:spPr>
        <p:txBody>
          <a:bodyPr>
            <a:normAutofit/>
          </a:bodyPr>
          <a:lstStyle/>
          <a:p>
            <a:pPr algn="just"/>
            <a:r>
              <a:rPr sz="3400" b="1" dirty="0"/>
              <a:t>Sir Syed Ahmed Khan about the Congress</a:t>
            </a:r>
            <a:endParaRPr lang="en-US" sz="34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ircle(in)">
                                      <p:cBhvr>
                                        <p:cTn id="7" dur="20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2">
                                            <p:txEl>
                                              <p:pRg st="0" end="0"/>
                                            </p:txEl>
                                          </p:spTgt>
                                        </p:tgtEl>
                                        <p:attrNameLst>
                                          <p:attrName>style.visibility</p:attrName>
                                        </p:attrNameLst>
                                      </p:cBhvr>
                                      <p:to>
                                        <p:strVal val="visible"/>
                                      </p:to>
                                    </p:set>
                                    <p:animEffect transition="in" filter="fade">
                                      <p:cBhvr>
                                        <p:cTn id="12" dur="1000"/>
                                        <p:tgtEl>
                                          <p:spTgt spid="2">
                                            <p:txEl>
                                              <p:pRg st="0" end="0"/>
                                            </p:txEl>
                                          </p:spTgt>
                                        </p:tgtEl>
                                      </p:cBhvr>
                                    </p:animEffect>
                                    <p:anim calcmode="lin" valueType="num">
                                      <p:cBhvr>
                                        <p:cTn id="13"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2">
                                            <p:txEl>
                                              <p:pRg st="1" end="1"/>
                                            </p:txEl>
                                          </p:spTgt>
                                        </p:tgtEl>
                                        <p:attrNameLst>
                                          <p:attrName>style.visibility</p:attrName>
                                        </p:attrNameLst>
                                      </p:cBhvr>
                                      <p:to>
                                        <p:strVal val="visible"/>
                                      </p:to>
                                    </p:set>
                                    <p:animEffect transition="in" filter="fade">
                                      <p:cBhvr>
                                        <p:cTn id="19" dur="1000"/>
                                        <p:tgtEl>
                                          <p:spTgt spid="2">
                                            <p:txEl>
                                              <p:pRg st="1" end="1"/>
                                            </p:txEl>
                                          </p:spTgt>
                                        </p:tgtEl>
                                      </p:cBhvr>
                                    </p:animEffect>
                                    <p:anim calcmode="lin" valueType="num">
                                      <p:cBhvr>
                                        <p:cTn id="20"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2">
                                            <p:txEl>
                                              <p:pRg st="2" end="2"/>
                                            </p:txEl>
                                          </p:spTgt>
                                        </p:tgtEl>
                                        <p:attrNameLst>
                                          <p:attrName>style.visibility</p:attrName>
                                        </p:attrNameLst>
                                      </p:cBhvr>
                                      <p:to>
                                        <p:strVal val="visible"/>
                                      </p:to>
                                    </p:set>
                                    <p:animEffect transition="in" filter="fade">
                                      <p:cBhvr>
                                        <p:cTn id="26" dur="1000"/>
                                        <p:tgtEl>
                                          <p:spTgt spid="2">
                                            <p:txEl>
                                              <p:pRg st="2" end="2"/>
                                            </p:txEl>
                                          </p:spTgt>
                                        </p:tgtEl>
                                      </p:cBhvr>
                                    </p:animEffect>
                                    <p:anim calcmode="lin" valueType="num">
                                      <p:cBhvr>
                                        <p:cTn id="27"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28" dur="1000" fill="hold"/>
                                        <p:tgtEl>
                                          <p:spTgt spid="2">
                                            <p:txEl>
                                              <p:pRg st="2" end="2"/>
                                            </p:txEl>
                                          </p:spTgt>
                                        </p:tgtEl>
                                        <p:attrNameLst>
                                          <p:attrName>ppt_y</p:attrName>
                                        </p:attrNameLst>
                                      </p:cBhvr>
                                      <p:tavLst>
                                        <p:tav tm="0">
                                          <p:val>
                                            <p:strVal val="#ppt_y+.1"/>
                                          </p:val>
                                        </p:tav>
                                        <p:tav tm="100000">
                                          <p:val>
                                            <p:strVal val="#ppt_y"/>
                                          </p:val>
                                        </p:tav>
                                      </p:tavLst>
                                    </p:anim>
                                  </p:childTnLst>
                                </p:cTn>
                              </p:par>
                              <p:par>
                                <p:cTn id="29" presetID="42" presetClass="entr" presetSubtype="0" fill="hold" nodeType="withEffect">
                                  <p:stCondLst>
                                    <p:cond delay="0"/>
                                  </p:stCondLst>
                                  <p:childTnLst>
                                    <p:set>
                                      <p:cBhvr>
                                        <p:cTn id="30" dur="1" fill="hold">
                                          <p:stCondLst>
                                            <p:cond delay="0"/>
                                          </p:stCondLst>
                                        </p:cTn>
                                        <p:tgtEl>
                                          <p:spTgt spid="2">
                                            <p:txEl>
                                              <p:pRg st="3" end="3"/>
                                            </p:txEl>
                                          </p:spTgt>
                                        </p:tgtEl>
                                        <p:attrNameLst>
                                          <p:attrName>style.visibility</p:attrName>
                                        </p:attrNameLst>
                                      </p:cBhvr>
                                      <p:to>
                                        <p:strVal val="visible"/>
                                      </p:to>
                                    </p:set>
                                    <p:animEffect transition="in" filter="fade">
                                      <p:cBhvr>
                                        <p:cTn id="31" dur="1000"/>
                                        <p:tgtEl>
                                          <p:spTgt spid="2">
                                            <p:txEl>
                                              <p:pRg st="3" end="3"/>
                                            </p:txEl>
                                          </p:spTgt>
                                        </p:tgtEl>
                                      </p:cBhvr>
                                    </p:animEffect>
                                    <p:anim calcmode="lin" valueType="num">
                                      <p:cBhvr>
                                        <p:cTn id="32"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3"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pPr algn="just"/>
            <a:r>
              <a:rPr lang="en-US" b="1" dirty="0"/>
              <a:t>Background:</a:t>
            </a:r>
          </a:p>
          <a:p>
            <a:pPr lvl="1" algn="just"/>
            <a:r>
              <a:rPr lang="en-US" dirty="0">
                <a:solidFill>
                  <a:schemeClr val="tx1"/>
                </a:solidFill>
              </a:rPr>
              <a:t>Lord Minto was appointed as the Viceroy of India in 1905. </a:t>
            </a:r>
          </a:p>
          <a:p>
            <a:pPr lvl="1" algn="just"/>
            <a:r>
              <a:rPr lang="en-US" dirty="0">
                <a:solidFill>
                  <a:schemeClr val="tx1"/>
                </a:solidFill>
              </a:rPr>
              <a:t>New reforms: the British government would extend the elected principle. </a:t>
            </a:r>
          </a:p>
          <a:p>
            <a:pPr lvl="1" algn="just"/>
            <a:r>
              <a:rPr lang="en-US" dirty="0">
                <a:solidFill>
                  <a:schemeClr val="tx1"/>
                </a:solidFill>
              </a:rPr>
              <a:t>The anti-partition agitation had convinced the Muslims of the ineffectuality of expecting any fair-play from the Hindu majority.</a:t>
            </a:r>
          </a:p>
          <a:p>
            <a:pPr lvl="1" algn="just"/>
            <a:r>
              <a:rPr lang="en-US" dirty="0">
                <a:solidFill>
                  <a:schemeClr val="tx1"/>
                </a:solidFill>
              </a:rPr>
              <a:t>Therefore, to safeguard their interests, the Muslim leaders drew up a plan for separate electorates for their community, and presented it to the Viceroy Lord </a:t>
            </a:r>
            <a:r>
              <a:rPr lang="en-US" dirty="0" err="1">
                <a:solidFill>
                  <a:schemeClr val="tx1"/>
                </a:solidFill>
              </a:rPr>
              <a:t>Minto</a:t>
            </a:r>
            <a:r>
              <a:rPr lang="en-US" dirty="0">
                <a:solidFill>
                  <a:schemeClr val="tx1"/>
                </a:solidFill>
              </a:rPr>
              <a:t> at </a:t>
            </a:r>
            <a:r>
              <a:rPr lang="en-US" dirty="0" err="1">
                <a:solidFill>
                  <a:schemeClr val="tx1"/>
                </a:solidFill>
              </a:rPr>
              <a:t>Simla</a:t>
            </a:r>
            <a:r>
              <a:rPr lang="en-US" dirty="0">
                <a:solidFill>
                  <a:schemeClr val="tx1"/>
                </a:solidFill>
              </a:rPr>
              <a:t>, on October 1, 1906.</a:t>
            </a:r>
          </a:p>
          <a:p>
            <a:pPr lvl="1" algn="just"/>
            <a:r>
              <a:rPr lang="en-US" dirty="0">
                <a:solidFill>
                  <a:schemeClr val="tx1"/>
                </a:solidFill>
              </a:rPr>
              <a:t>The </a:t>
            </a:r>
            <a:r>
              <a:rPr lang="en-US" dirty="0" err="1">
                <a:solidFill>
                  <a:schemeClr val="tx1"/>
                </a:solidFill>
              </a:rPr>
              <a:t>Simla</a:t>
            </a:r>
            <a:r>
              <a:rPr lang="en-US" dirty="0">
                <a:solidFill>
                  <a:schemeClr val="tx1"/>
                </a:solidFill>
              </a:rPr>
              <a:t> Deputation consisted of 70 representatives, representing all opinions of the Muslim community, and headed by Sir Aga Khan. </a:t>
            </a:r>
          </a:p>
        </p:txBody>
      </p:sp>
      <p:sp>
        <p:nvSpPr>
          <p:cNvPr id="3" name="Title 2"/>
          <p:cNvSpPr>
            <a:spLocks noGrp="1"/>
          </p:cNvSpPr>
          <p:nvPr>
            <p:ph type="title"/>
          </p:nvPr>
        </p:nvSpPr>
        <p:spPr/>
        <p:txBody>
          <a:bodyPr/>
          <a:lstStyle/>
          <a:p>
            <a:r>
              <a:rPr b="1" dirty="0" err="1"/>
              <a:t>Simla</a:t>
            </a:r>
            <a:r>
              <a:rPr b="1" dirty="0"/>
              <a:t> Deputation </a:t>
            </a:r>
            <a:endParaRPr lang="en-US"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0" end="0"/>
                                            </p:txEl>
                                          </p:spTgt>
                                        </p:tgtEl>
                                        <p:attrNameLst>
                                          <p:attrName>style.visibility</p:attrName>
                                        </p:attrNameLst>
                                      </p:cBhvr>
                                      <p:to>
                                        <p:strVal val="visible"/>
                                      </p:to>
                                    </p:set>
                                    <p:animEffect transition="in" filter="fade">
                                      <p:cBhvr>
                                        <p:cTn id="12" dur="500"/>
                                        <p:tgtEl>
                                          <p:spTgt spid="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1" end="1"/>
                                            </p:txEl>
                                          </p:spTgt>
                                        </p:tgtEl>
                                        <p:attrNameLst>
                                          <p:attrName>style.visibility</p:attrName>
                                        </p:attrNameLst>
                                      </p:cBhvr>
                                      <p:to>
                                        <p:strVal val="visible"/>
                                      </p:to>
                                    </p:set>
                                    <p:animEffect transition="in" filter="fade">
                                      <p:cBhvr>
                                        <p:cTn id="17" dur="500"/>
                                        <p:tgtEl>
                                          <p:spTgt spid="2">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
                                            <p:txEl>
                                              <p:pRg st="2" end="2"/>
                                            </p:txEl>
                                          </p:spTgt>
                                        </p:tgtEl>
                                        <p:attrNameLst>
                                          <p:attrName>style.visibility</p:attrName>
                                        </p:attrNameLst>
                                      </p:cBhvr>
                                      <p:to>
                                        <p:strVal val="visible"/>
                                      </p:to>
                                    </p:set>
                                    <p:animEffect transition="in" filter="fade">
                                      <p:cBhvr>
                                        <p:cTn id="22" dur="500"/>
                                        <p:tgtEl>
                                          <p:spTgt spid="2">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
                                            <p:txEl>
                                              <p:pRg st="3" end="3"/>
                                            </p:txEl>
                                          </p:spTgt>
                                        </p:tgtEl>
                                        <p:attrNameLst>
                                          <p:attrName>style.visibility</p:attrName>
                                        </p:attrNameLst>
                                      </p:cBhvr>
                                      <p:to>
                                        <p:strVal val="visible"/>
                                      </p:to>
                                    </p:set>
                                    <p:animEffect transition="in" filter="fade">
                                      <p:cBhvr>
                                        <p:cTn id="27" dur="500"/>
                                        <p:tgtEl>
                                          <p:spTgt spid="2">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
                                            <p:txEl>
                                              <p:pRg st="4" end="4"/>
                                            </p:txEl>
                                          </p:spTgt>
                                        </p:tgtEl>
                                        <p:attrNameLst>
                                          <p:attrName>style.visibility</p:attrName>
                                        </p:attrNameLst>
                                      </p:cBhvr>
                                      <p:to>
                                        <p:strVal val="visible"/>
                                      </p:to>
                                    </p:set>
                                    <p:animEffect transition="in" filter="fade">
                                      <p:cBhvr>
                                        <p:cTn id="32" dur="500"/>
                                        <p:tgtEl>
                                          <p:spTgt spid="2">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
                                            <p:txEl>
                                              <p:pRg st="5" end="5"/>
                                            </p:txEl>
                                          </p:spTgt>
                                        </p:tgtEl>
                                        <p:attrNameLst>
                                          <p:attrName>style.visibility</p:attrName>
                                        </p:attrNameLst>
                                      </p:cBhvr>
                                      <p:to>
                                        <p:strVal val="visible"/>
                                      </p:to>
                                    </p:set>
                                    <p:animEffect transition="in" filter="fade">
                                      <p:cBhvr>
                                        <p:cTn id="37"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052736"/>
            <a:ext cx="8229600" cy="5043264"/>
          </a:xfrm>
        </p:spPr>
        <p:txBody>
          <a:bodyPr>
            <a:normAutofit fontScale="92500"/>
          </a:bodyPr>
          <a:lstStyle/>
          <a:p>
            <a:pPr algn="just"/>
            <a:r>
              <a:rPr lang="en-US" dirty="0"/>
              <a:t>The acceptance of the demands proved to be a turning point in the history of the subcontinent. For the first time, the </a:t>
            </a:r>
            <a:r>
              <a:rPr lang="en-US" b="1" dirty="0"/>
              <a:t>Hindu-Muslim conflict was raised to the constitutional level</a:t>
            </a:r>
            <a:r>
              <a:rPr lang="en-US" dirty="0"/>
              <a:t>.</a:t>
            </a:r>
          </a:p>
          <a:p>
            <a:pPr algn="just"/>
            <a:r>
              <a:rPr lang="en-US" dirty="0"/>
              <a:t>The Muslims made it clear that they had no confidence in the Hindu majority and that they were not prepared to put their future in the hands of an assembly elected on the </a:t>
            </a:r>
            <a:r>
              <a:rPr lang="en-US" b="1" dirty="0"/>
              <a:t>assumed basis of a homogenous Indian nation</a:t>
            </a:r>
            <a:r>
              <a:rPr lang="en-US" dirty="0"/>
              <a:t>. </a:t>
            </a:r>
          </a:p>
          <a:p>
            <a:pPr algn="just"/>
            <a:r>
              <a:rPr lang="en-US" dirty="0"/>
              <a:t>It is in this sense that the beginning of </a:t>
            </a:r>
            <a:r>
              <a:rPr lang="en-US" b="1" dirty="0"/>
              <a:t>separate electorate</a:t>
            </a:r>
            <a:r>
              <a:rPr lang="en-US" dirty="0"/>
              <a:t> may be seen as the </a:t>
            </a:r>
            <a:r>
              <a:rPr lang="en-US" b="1" dirty="0"/>
              <a:t>beginning of the realization of the Two-Nation Theory</a:t>
            </a:r>
            <a:r>
              <a:rPr lang="en-US" dirty="0"/>
              <a:t>, its final and inevitable consequence being the partition of British India in 1947.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lgn="just"/>
            <a:r>
              <a:rPr lang="en-US" dirty="0"/>
              <a:t>Separate electorates were given statutory recognition in the </a:t>
            </a:r>
            <a:r>
              <a:rPr lang="en-US" b="1" dirty="0"/>
              <a:t>Indian Councils Act of 1909</a:t>
            </a:r>
            <a:r>
              <a:rPr lang="en-US" dirty="0"/>
              <a:t>. </a:t>
            </a:r>
          </a:p>
          <a:p>
            <a:pPr algn="just"/>
            <a:r>
              <a:rPr lang="en-US" dirty="0"/>
              <a:t>Muslims were accorded not only the right to elect their representatives by separate electorates but also the right to vote in general constituencies. </a:t>
            </a:r>
          </a:p>
          <a:p>
            <a:pPr algn="just"/>
            <a:r>
              <a:rPr lang="en-US" dirty="0"/>
              <a:t>Also, they were also given weightage in representation.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20000"/>
          </a:bodyPr>
          <a:lstStyle/>
          <a:p>
            <a:pPr algn="just"/>
            <a:r>
              <a:rPr lang="en-US" dirty="0" err="1"/>
              <a:t>Simla</a:t>
            </a:r>
            <a:r>
              <a:rPr lang="en-US" dirty="0"/>
              <a:t> Deputation made the Muslim confident of the fact that united effort would be fruitful for the Muslim community. </a:t>
            </a:r>
          </a:p>
          <a:p>
            <a:pPr algn="just"/>
            <a:r>
              <a:rPr lang="en-US" dirty="0"/>
              <a:t>A meeting was convened at </a:t>
            </a:r>
            <a:r>
              <a:rPr lang="en-US" b="1" dirty="0"/>
              <a:t>Dacca</a:t>
            </a:r>
            <a:r>
              <a:rPr lang="en-US" dirty="0"/>
              <a:t> in </a:t>
            </a:r>
            <a:r>
              <a:rPr lang="en-US" b="1" dirty="0"/>
              <a:t>Dec. 1906</a:t>
            </a:r>
            <a:r>
              <a:rPr lang="en-US" dirty="0"/>
              <a:t> presided over by </a:t>
            </a:r>
            <a:r>
              <a:rPr lang="en-US" b="1" dirty="0" err="1"/>
              <a:t>Nawab</a:t>
            </a:r>
            <a:r>
              <a:rPr lang="en-US" b="1" dirty="0"/>
              <a:t> </a:t>
            </a:r>
            <a:r>
              <a:rPr lang="en-US" b="1" dirty="0" err="1"/>
              <a:t>Waqar</a:t>
            </a:r>
            <a:r>
              <a:rPr lang="en-US" b="1" dirty="0"/>
              <a:t> </a:t>
            </a:r>
            <a:r>
              <a:rPr lang="en-US" b="1" dirty="0" err="1"/>
              <a:t>ul</a:t>
            </a:r>
            <a:r>
              <a:rPr lang="en-US" b="1" dirty="0"/>
              <a:t> </a:t>
            </a:r>
            <a:r>
              <a:rPr lang="en-US" b="1" dirty="0" err="1"/>
              <a:t>Mulk</a:t>
            </a:r>
            <a:r>
              <a:rPr lang="en-US" dirty="0"/>
              <a:t> which passed the resolution moved by </a:t>
            </a:r>
            <a:r>
              <a:rPr lang="en-US" dirty="0" err="1"/>
              <a:t>Nawab</a:t>
            </a:r>
            <a:r>
              <a:rPr lang="en-US" dirty="0"/>
              <a:t> of Dacca to established separate Muslim organization name as the All India Muslim League. </a:t>
            </a:r>
          </a:p>
          <a:p>
            <a:pPr algn="just"/>
            <a:r>
              <a:rPr lang="en-US" dirty="0"/>
              <a:t>The Hindu agitation on the partition of Bengal (1905) had confirmed the Hindu prejudice towards the Muslim interest. </a:t>
            </a:r>
          </a:p>
          <a:p>
            <a:pPr algn="just"/>
            <a:r>
              <a:rPr lang="en-US" dirty="0"/>
              <a:t>The acceptance of the principle of separate representation by Viceroy in </a:t>
            </a:r>
            <a:r>
              <a:rPr lang="en-US" dirty="0" err="1"/>
              <a:t>Simla</a:t>
            </a:r>
            <a:r>
              <a:rPr lang="en-US" dirty="0"/>
              <a:t> Deputation </a:t>
            </a:r>
          </a:p>
        </p:txBody>
      </p:sp>
      <p:sp>
        <p:nvSpPr>
          <p:cNvPr id="3" name="Title 2"/>
          <p:cNvSpPr>
            <a:spLocks noGrp="1"/>
          </p:cNvSpPr>
          <p:nvPr>
            <p:ph type="title"/>
          </p:nvPr>
        </p:nvSpPr>
        <p:spPr/>
        <p:txBody>
          <a:bodyPr/>
          <a:lstStyle/>
          <a:p>
            <a:r>
              <a:rPr b="1" dirty="0"/>
              <a:t>All India Muslim League (1906)</a:t>
            </a:r>
            <a:endParaRPr lang="en-US"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12" dur="500"/>
                                        <p:tgtEl>
                                          <p:spTgt spid="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17" dur="500"/>
                                        <p:tgtEl>
                                          <p:spTgt spid="2">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2">
                                            <p:txEl>
                                              <p:pRg st="2" end="2"/>
                                            </p:txEl>
                                          </p:spTgt>
                                        </p:tgtEl>
                                        <p:attrNameLst>
                                          <p:attrName>style.visibility</p:attrName>
                                        </p:attrNameLst>
                                      </p:cBhvr>
                                      <p:to>
                                        <p:strVal val="visible"/>
                                      </p:to>
                                    </p:set>
                                    <p:animEffect transition="in" filter="randombar(horizontal)">
                                      <p:cBhvr>
                                        <p:cTn id="22" dur="500"/>
                                        <p:tgtEl>
                                          <p:spTgt spid="2">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nodeType="clickEffect">
                                  <p:stCondLst>
                                    <p:cond delay="0"/>
                                  </p:stCondLst>
                                  <p:childTnLst>
                                    <p:set>
                                      <p:cBhvr>
                                        <p:cTn id="26" dur="1" fill="hold">
                                          <p:stCondLst>
                                            <p:cond delay="0"/>
                                          </p:stCondLst>
                                        </p:cTn>
                                        <p:tgtEl>
                                          <p:spTgt spid="2">
                                            <p:txEl>
                                              <p:pRg st="3" end="3"/>
                                            </p:txEl>
                                          </p:spTgt>
                                        </p:tgtEl>
                                        <p:attrNameLst>
                                          <p:attrName>style.visibility</p:attrName>
                                        </p:attrNameLst>
                                      </p:cBhvr>
                                      <p:to>
                                        <p:strVal val="visible"/>
                                      </p:to>
                                    </p:set>
                                    <p:animEffect transition="in" filter="randombar(horizontal)">
                                      <p:cBhvr>
                                        <p:cTn id="27"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Paper">
  <a:themeElements>
    <a:clrScheme name="Violet">
      <a:dk1>
        <a:sysClr val="windowText" lastClr="000000"/>
      </a:dk1>
      <a:lt1>
        <a:sysClr val="window" lastClr="FFFFFF"/>
      </a:lt1>
      <a:dk2>
        <a:srgbClr val="373545"/>
      </a:dk2>
      <a:lt2>
        <a:srgbClr val="DCD8DC"/>
      </a:lt2>
      <a:accent1>
        <a:srgbClr val="AD84C6"/>
      </a:accent1>
      <a:accent2>
        <a:srgbClr val="8784C7"/>
      </a:accent2>
      <a:accent3>
        <a:srgbClr val="5D739A"/>
      </a:accent3>
      <a:accent4>
        <a:srgbClr val="6997AF"/>
      </a:accent4>
      <a:accent5>
        <a:srgbClr val="84ACB6"/>
      </a:accent5>
      <a:accent6>
        <a:srgbClr val="6F8183"/>
      </a:accent6>
      <a:hlink>
        <a:srgbClr val="69A020"/>
      </a:hlink>
      <a:folHlink>
        <a:srgbClr val="8C8C8C"/>
      </a:folHlink>
    </a:clrScheme>
    <a:fontScheme name="Paper">
      <a:majorFont>
        <a:latin typeface="Constantia"/>
        <a:ea typeface=""/>
        <a:cs typeface=""/>
        <a:font script="Jpan" typeface="HG明朝E"/>
        <a:font script="Hang" typeface="궁서"/>
        <a:font script="Hans" typeface="华文新魏"/>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onstantia"/>
        <a:ea typeface=""/>
        <a:cs typeface=""/>
        <a:font script="Jpan" typeface="HG明朝E"/>
        <a:font script="Hang" typeface="궁서"/>
        <a:font script="Hans" typeface="华文新魏"/>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Paper">
      <a:fillStyleLst>
        <a:solidFill>
          <a:schemeClr val="phClr"/>
        </a:solidFill>
        <a:blipFill>
          <a:blip xmlns:r="http://schemas.openxmlformats.org/officeDocument/2006/relationships" r:embed="rId1">
            <a:duotone>
              <a:schemeClr val="phClr">
                <a:shade val="63000"/>
                <a:tint val="82000"/>
              </a:schemeClr>
              <a:schemeClr val="phClr">
                <a:tint val="10000"/>
                <a:satMod val="400000"/>
              </a:schemeClr>
            </a:duotone>
          </a:blip>
          <a:tile tx="0" ty="0" sx="40000" sy="40000" flip="none" algn="tl"/>
        </a:blipFill>
        <a:blipFill>
          <a:blip xmlns:r="http://schemas.openxmlformats.org/officeDocument/2006/relationships" r:embed="rId1">
            <a:duotone>
              <a:schemeClr val="phClr">
                <a:shade val="40000"/>
              </a:schemeClr>
              <a:schemeClr val="phClr">
                <a:tint val="42000"/>
              </a:schemeClr>
            </a:duotone>
          </a:blip>
          <a:tile tx="0" ty="0" sx="40000" sy="40000" flip="none" algn="tl"/>
        </a:blipFill>
      </a:fillStyleLst>
      <a:lnStyleLst>
        <a:ln w="12700" cap="flat" cmpd="sng" algn="ctr">
          <a:solidFill>
            <a:schemeClr val="phClr"/>
          </a:solidFill>
          <a:prstDash val="solid"/>
        </a:ln>
        <a:ln w="38100" cap="flat" cmpd="sng" algn="ctr">
          <a:solidFill>
            <a:schemeClr val="phClr"/>
          </a:solidFill>
          <a:prstDash val="solid"/>
        </a:ln>
        <a:ln w="63500" cap="flat" cmpd="sng" algn="ctr">
          <a:solidFill>
            <a:schemeClr val="phClr"/>
          </a:solidFill>
          <a:prstDash val="solid"/>
        </a:ln>
      </a:lnStyleLst>
      <a:effectStyleLst>
        <a:effectStyle>
          <a:effectLst>
            <a:outerShdw blurRad="95000" rotWithShape="0">
              <a:srgbClr val="000000">
                <a:alpha val="50000"/>
              </a:srgbClr>
            </a:outerShdw>
            <a:softEdge rad="12700"/>
          </a:effectLst>
        </a:effectStyle>
        <a:effectStyle>
          <a:effectLst>
            <a:outerShdw blurRad="95000" rotWithShape="0">
              <a:srgbClr val="000000">
                <a:alpha val="50000"/>
              </a:srgbClr>
            </a:outerShdw>
            <a:softEdge rad="12700"/>
          </a:effectLst>
        </a:effectStyle>
        <a:effectStyle>
          <a:effectLst>
            <a:outerShdw blurRad="95000" algn="tl" rotWithShape="0">
              <a:srgbClr val="000000">
                <a:alpha val="50000"/>
              </a:srgbClr>
            </a:outerShdw>
          </a:effectLst>
          <a:scene3d>
            <a:camera prst="orthographicFront"/>
            <a:lightRig rig="soft" dir="t">
              <a:rot lat="0" lon="0" rev="18000000"/>
            </a:lightRig>
          </a:scene3d>
          <a:sp3d prstMaterial="dkEdge">
            <a:bevelT w="73660" h="44450" prst="riblet"/>
          </a:sp3d>
        </a:effectStyle>
      </a:effectStyleLst>
      <a:bgFillStyleLst>
        <a:solidFill>
          <a:schemeClr val="phClr"/>
        </a:solidFill>
        <a:blipFill>
          <a:blip xmlns:r="http://schemas.openxmlformats.org/officeDocument/2006/relationships" r:embed="rId1">
            <a:duotone>
              <a:schemeClr val="phClr">
                <a:shade val="55000"/>
                <a:alpha val="20000"/>
              </a:schemeClr>
              <a:schemeClr val="phClr">
                <a:tint val="40000"/>
                <a:shade val="90000"/>
                <a:satMod val="60000"/>
                <a:alpha val="20000"/>
              </a:schemeClr>
            </a:duotone>
          </a:blip>
          <a:tile tx="0" ty="0" sx="58000" sy="38000" flip="none" algn="tl"/>
        </a:blipFill>
        <a:blipFill>
          <a:blip xmlns:r="http://schemas.openxmlformats.org/officeDocument/2006/relationships" r:embed="rId2">
            <a:duotone>
              <a:schemeClr val="phClr">
                <a:shade val="12000"/>
                <a:satMod val="240000"/>
              </a:schemeClr>
              <a:schemeClr val="phClr">
                <a:tint val="65000"/>
              </a:schemeClr>
            </a:duotone>
          </a:blip>
          <a:stretch>
            <a:fillRect/>
          </a:stretch>
        </a:blip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38B1E2B370F904DA4DC256C91E33DA1" ma:contentTypeVersion="0" ma:contentTypeDescription="Create a new document." ma:contentTypeScope="" ma:versionID="bceab88987c03acb31b39d5b118ed0c4">
  <xsd:schema xmlns:xsd="http://www.w3.org/2001/XMLSchema" xmlns:xs="http://www.w3.org/2001/XMLSchema" xmlns:p="http://schemas.microsoft.com/office/2006/metadata/properties" targetNamespace="http://schemas.microsoft.com/office/2006/metadata/properties" ma:root="true" ma:fieldsID="b764bea3eb9b1a5be8fd57fac5fb459b">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D585ACCE-A211-48CD-9CE6-8076583AD486}"/>
</file>

<file path=customXml/itemProps2.xml><?xml version="1.0" encoding="utf-8"?>
<ds:datastoreItem xmlns:ds="http://schemas.openxmlformats.org/officeDocument/2006/customXml" ds:itemID="{E3E60920-1D5E-4CBE-97DF-419322223185}"/>
</file>

<file path=customXml/itemProps3.xml><?xml version="1.0" encoding="utf-8"?>
<ds:datastoreItem xmlns:ds="http://schemas.openxmlformats.org/officeDocument/2006/customXml" ds:itemID="{CA4FE143-9020-4A29-87C8-9C7D6E1D984B}"/>
</file>

<file path=docProps/app.xml><?xml version="1.0" encoding="utf-8"?>
<Properties xmlns="http://schemas.openxmlformats.org/officeDocument/2006/extended-properties" xmlns:vt="http://schemas.openxmlformats.org/officeDocument/2006/docPropsVTypes">
  <Template>Paper</Template>
  <TotalTime>245</TotalTime>
  <Words>699</Words>
  <Application>Microsoft Office PowerPoint</Application>
  <PresentationFormat>On-screen Show (4:3)</PresentationFormat>
  <Paragraphs>35</Paragraphs>
  <Slides>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Constantia</vt:lpstr>
      <vt:lpstr>Wingdings 2</vt:lpstr>
      <vt:lpstr>Paper</vt:lpstr>
      <vt:lpstr>Lecture 05 Formation of Political Parties: Congress &amp; Muslim League</vt:lpstr>
      <vt:lpstr>Formation of Indian National Congress</vt:lpstr>
      <vt:lpstr>A theory about Creation of Congress</vt:lpstr>
      <vt:lpstr>Sir Syed Ahmed Khan about the Congress</vt:lpstr>
      <vt:lpstr>Simla Deputation </vt:lpstr>
      <vt:lpstr>PowerPoint Presentation</vt:lpstr>
      <vt:lpstr>PowerPoint Presentation</vt:lpstr>
      <vt:lpstr>All India Muslim League (1906)</vt:lpstr>
    </vt:vector>
  </TitlesOfParts>
  <Company>Grizli777</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03 Historical Background of Pakistan</dc:title>
  <dc:creator>Muhammad Rizwan Shah</dc:creator>
  <cp:lastModifiedBy>Mr. Fida Ur Rahman Lecturer SMgS</cp:lastModifiedBy>
  <cp:revision>35</cp:revision>
  <dcterms:created xsi:type="dcterms:W3CDTF">2023-09-03T02:20:14Z</dcterms:created>
  <dcterms:modified xsi:type="dcterms:W3CDTF">2025-03-04T00:50:41Z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0x010100F38B1E2B370F904DA4DC256C91E33DA1</vt:lpwstr>
  </property>
</Properties>
</file>